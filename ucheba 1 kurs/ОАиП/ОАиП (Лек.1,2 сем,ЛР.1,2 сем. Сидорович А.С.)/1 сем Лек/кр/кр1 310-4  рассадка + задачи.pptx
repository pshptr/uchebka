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9" r:id="rId4"/>
    <p:sldId id="258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72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D0433-00F6-459D-A1CF-B27457C02368}" type="datetimeFigureOut">
              <a:rPr lang="ru-RU" smtClean="0"/>
              <a:pPr/>
              <a:t>01.10.2020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48E5E-3C48-4E25-9D5A-0BA16AB7F7A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4414" y="214290"/>
            <a:ext cx="771530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ФИО					группа</a:t>
            </a:r>
          </a:p>
          <a:p>
            <a:r>
              <a:rPr lang="ru-RU" sz="2800" dirty="0" smtClean="0"/>
              <a:t>Дата</a:t>
            </a:r>
          </a:p>
          <a:p>
            <a:r>
              <a:rPr lang="ru-RU" sz="2800" dirty="0" smtClean="0"/>
              <a:t>Ряд 		место</a:t>
            </a:r>
            <a:r>
              <a:rPr lang="ru-RU" sz="2800" dirty="0"/>
              <a:t>	</a:t>
            </a:r>
            <a:r>
              <a:rPr lang="ru-RU" sz="2800" dirty="0" smtClean="0"/>
              <a:t>		Вариант</a:t>
            </a:r>
          </a:p>
          <a:p>
            <a:endParaRPr lang="ru-RU" sz="2800" dirty="0"/>
          </a:p>
          <a:p>
            <a:r>
              <a:rPr lang="ru-RU" sz="2800" dirty="0" smtClean="0"/>
              <a:t>Условие задачи</a:t>
            </a:r>
          </a:p>
          <a:p>
            <a:endParaRPr lang="ru-RU" sz="2800" dirty="0"/>
          </a:p>
          <a:p>
            <a:endParaRPr lang="ru-RU" sz="2800" dirty="0" smtClean="0"/>
          </a:p>
          <a:p>
            <a:r>
              <a:rPr lang="ru-RU" sz="2800" dirty="0" smtClean="0"/>
              <a:t>Решение</a:t>
            </a:r>
            <a:endParaRPr lang="ru-RU" sz="2800" dirty="0"/>
          </a:p>
          <a:p>
            <a:endParaRPr lang="ru-RU" sz="2800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51520" y="6525344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51920" y="645789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2" name="Прямоугольник 171"/>
          <p:cNvSpPr/>
          <p:nvPr/>
        </p:nvSpPr>
        <p:spPr>
          <a:xfrm>
            <a:off x="5470296" y="6525344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73" name="Прямоугольник 172"/>
          <p:cNvSpPr/>
          <p:nvPr/>
        </p:nvSpPr>
        <p:spPr>
          <a:xfrm>
            <a:off x="251520" y="608874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74" name="TextBox 173"/>
          <p:cNvSpPr txBox="1"/>
          <p:nvPr/>
        </p:nvSpPr>
        <p:spPr>
          <a:xfrm>
            <a:off x="3817720" y="602128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5" name="Прямоугольник 174"/>
          <p:cNvSpPr/>
          <p:nvPr/>
        </p:nvSpPr>
        <p:spPr>
          <a:xfrm>
            <a:off x="5473904" y="608874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76" name="Прямоугольник 175"/>
          <p:cNvSpPr/>
          <p:nvPr/>
        </p:nvSpPr>
        <p:spPr>
          <a:xfrm>
            <a:off x="251520" y="561660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77" name="TextBox 176"/>
          <p:cNvSpPr txBox="1"/>
          <p:nvPr/>
        </p:nvSpPr>
        <p:spPr>
          <a:xfrm>
            <a:off x="3851920" y="554914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8" name="Прямоугольник 177"/>
          <p:cNvSpPr/>
          <p:nvPr/>
        </p:nvSpPr>
        <p:spPr>
          <a:xfrm>
            <a:off x="5470296" y="561660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79" name="Прямоугольник 178"/>
          <p:cNvSpPr/>
          <p:nvPr/>
        </p:nvSpPr>
        <p:spPr>
          <a:xfrm>
            <a:off x="251520" y="517999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0" name="TextBox 179"/>
          <p:cNvSpPr txBox="1"/>
          <p:nvPr/>
        </p:nvSpPr>
        <p:spPr>
          <a:xfrm>
            <a:off x="3817720" y="51125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81" name="Прямоугольник 180"/>
          <p:cNvSpPr/>
          <p:nvPr/>
        </p:nvSpPr>
        <p:spPr>
          <a:xfrm>
            <a:off x="5473904" y="517999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82" name="Прямоугольник 181"/>
          <p:cNvSpPr/>
          <p:nvPr/>
        </p:nvSpPr>
        <p:spPr>
          <a:xfrm>
            <a:off x="251520" y="4752504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3" name="TextBox 182"/>
          <p:cNvSpPr txBox="1"/>
          <p:nvPr/>
        </p:nvSpPr>
        <p:spPr>
          <a:xfrm>
            <a:off x="3851920" y="468505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84" name="Прямоугольник 183"/>
          <p:cNvSpPr/>
          <p:nvPr/>
        </p:nvSpPr>
        <p:spPr>
          <a:xfrm>
            <a:off x="5470296" y="4752504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85" name="Прямоугольник 184"/>
          <p:cNvSpPr/>
          <p:nvPr/>
        </p:nvSpPr>
        <p:spPr>
          <a:xfrm>
            <a:off x="251520" y="431590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6" name="TextBox 185"/>
          <p:cNvSpPr txBox="1"/>
          <p:nvPr/>
        </p:nvSpPr>
        <p:spPr>
          <a:xfrm>
            <a:off x="3817720" y="424844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87" name="Прямоугольник 186"/>
          <p:cNvSpPr/>
          <p:nvPr/>
        </p:nvSpPr>
        <p:spPr>
          <a:xfrm>
            <a:off x="5473904" y="431590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88" name="Прямоугольник 187"/>
          <p:cNvSpPr/>
          <p:nvPr/>
        </p:nvSpPr>
        <p:spPr>
          <a:xfrm>
            <a:off x="251520" y="384376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9" name="TextBox 188"/>
          <p:cNvSpPr txBox="1"/>
          <p:nvPr/>
        </p:nvSpPr>
        <p:spPr>
          <a:xfrm>
            <a:off x="3851920" y="377630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90" name="Прямоугольник 189"/>
          <p:cNvSpPr/>
          <p:nvPr/>
        </p:nvSpPr>
        <p:spPr>
          <a:xfrm>
            <a:off x="5470296" y="384376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91" name="Прямоугольник 190"/>
          <p:cNvSpPr/>
          <p:nvPr/>
        </p:nvSpPr>
        <p:spPr>
          <a:xfrm>
            <a:off x="251520" y="340715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92" name="TextBox 191"/>
          <p:cNvSpPr txBox="1"/>
          <p:nvPr/>
        </p:nvSpPr>
        <p:spPr>
          <a:xfrm>
            <a:off x="3817720" y="333970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93" name="Прямоугольник 192"/>
          <p:cNvSpPr/>
          <p:nvPr/>
        </p:nvSpPr>
        <p:spPr>
          <a:xfrm>
            <a:off x="5473904" y="340715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94" name="Прямоугольник 193"/>
          <p:cNvSpPr/>
          <p:nvPr/>
        </p:nvSpPr>
        <p:spPr>
          <a:xfrm>
            <a:off x="251520" y="294223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95" name="TextBox 194"/>
          <p:cNvSpPr txBox="1"/>
          <p:nvPr/>
        </p:nvSpPr>
        <p:spPr>
          <a:xfrm>
            <a:off x="3851920" y="287477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96" name="Прямоугольник 195"/>
          <p:cNvSpPr/>
          <p:nvPr/>
        </p:nvSpPr>
        <p:spPr>
          <a:xfrm>
            <a:off x="5470296" y="294223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97" name="Прямоугольник 196"/>
          <p:cNvSpPr/>
          <p:nvPr/>
        </p:nvSpPr>
        <p:spPr>
          <a:xfrm>
            <a:off x="251520" y="250563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98" name="TextBox 197"/>
          <p:cNvSpPr txBox="1"/>
          <p:nvPr/>
        </p:nvSpPr>
        <p:spPr>
          <a:xfrm>
            <a:off x="3817720" y="243817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99" name="Прямоугольник 198"/>
          <p:cNvSpPr/>
          <p:nvPr/>
        </p:nvSpPr>
        <p:spPr>
          <a:xfrm>
            <a:off x="5473904" y="250563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200" name="Прямоугольник 199"/>
          <p:cNvSpPr/>
          <p:nvPr/>
        </p:nvSpPr>
        <p:spPr>
          <a:xfrm>
            <a:off x="251520" y="203348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01" name="TextBox 200"/>
          <p:cNvSpPr txBox="1"/>
          <p:nvPr/>
        </p:nvSpPr>
        <p:spPr>
          <a:xfrm>
            <a:off x="3851920" y="196603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1ряд</a:t>
            </a:r>
            <a:endParaRPr lang="ru-RU" sz="2000" dirty="0"/>
          </a:p>
        </p:txBody>
      </p:sp>
      <p:sp>
        <p:nvSpPr>
          <p:cNvPr id="202" name="Прямоугольник 201"/>
          <p:cNvSpPr/>
          <p:nvPr/>
        </p:nvSpPr>
        <p:spPr>
          <a:xfrm>
            <a:off x="5470296" y="203348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203" name="Прямоугольник 202"/>
          <p:cNvSpPr/>
          <p:nvPr/>
        </p:nvSpPr>
        <p:spPr>
          <a:xfrm>
            <a:off x="251520" y="1596886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04" name="TextBox 203"/>
          <p:cNvSpPr txBox="1"/>
          <p:nvPr/>
        </p:nvSpPr>
        <p:spPr>
          <a:xfrm>
            <a:off x="3817720" y="152943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2ряд</a:t>
            </a:r>
            <a:endParaRPr lang="ru-RU" sz="2000" dirty="0"/>
          </a:p>
        </p:txBody>
      </p:sp>
      <p:sp>
        <p:nvSpPr>
          <p:cNvPr id="205" name="Прямоугольник 204"/>
          <p:cNvSpPr/>
          <p:nvPr/>
        </p:nvSpPr>
        <p:spPr>
          <a:xfrm>
            <a:off x="5473904" y="1596886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206" name="Прямоугольник 205"/>
          <p:cNvSpPr/>
          <p:nvPr/>
        </p:nvSpPr>
        <p:spPr>
          <a:xfrm>
            <a:off x="251520" y="116939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07" name="TextBox 206"/>
          <p:cNvSpPr txBox="1"/>
          <p:nvPr/>
        </p:nvSpPr>
        <p:spPr>
          <a:xfrm>
            <a:off x="3851920" y="110193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3ряд</a:t>
            </a:r>
            <a:endParaRPr lang="ru-RU" sz="2000" dirty="0"/>
          </a:p>
        </p:txBody>
      </p:sp>
      <p:sp>
        <p:nvSpPr>
          <p:cNvPr id="208" name="Прямоугольник 207"/>
          <p:cNvSpPr/>
          <p:nvPr/>
        </p:nvSpPr>
        <p:spPr>
          <a:xfrm>
            <a:off x="5470296" y="116939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209" name="Прямоугольник 208"/>
          <p:cNvSpPr/>
          <p:nvPr/>
        </p:nvSpPr>
        <p:spPr>
          <a:xfrm>
            <a:off x="251520" y="73279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10" name="TextBox 209"/>
          <p:cNvSpPr txBox="1"/>
          <p:nvPr/>
        </p:nvSpPr>
        <p:spPr>
          <a:xfrm>
            <a:off x="3817720" y="66533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4ряд</a:t>
            </a:r>
            <a:endParaRPr lang="ru-RU" sz="2000" dirty="0"/>
          </a:p>
        </p:txBody>
      </p:sp>
      <p:sp>
        <p:nvSpPr>
          <p:cNvPr id="211" name="Прямоугольник 210"/>
          <p:cNvSpPr/>
          <p:nvPr/>
        </p:nvSpPr>
        <p:spPr>
          <a:xfrm>
            <a:off x="5473904" y="73279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212" name="Прямоугольник 211"/>
          <p:cNvSpPr/>
          <p:nvPr/>
        </p:nvSpPr>
        <p:spPr>
          <a:xfrm>
            <a:off x="251520" y="26064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13" name="TextBox 212"/>
          <p:cNvSpPr txBox="1"/>
          <p:nvPr/>
        </p:nvSpPr>
        <p:spPr>
          <a:xfrm>
            <a:off x="3851920" y="19319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5ряд</a:t>
            </a:r>
            <a:endParaRPr lang="ru-RU" sz="2000" dirty="0"/>
          </a:p>
        </p:txBody>
      </p:sp>
      <p:sp>
        <p:nvSpPr>
          <p:cNvPr id="214" name="Прямоугольник 213"/>
          <p:cNvSpPr/>
          <p:nvPr/>
        </p:nvSpPr>
        <p:spPr>
          <a:xfrm>
            <a:off x="5470296" y="26064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51520" y="6525344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51920" y="645789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2" name="Прямоугольник 171"/>
          <p:cNvSpPr/>
          <p:nvPr/>
        </p:nvSpPr>
        <p:spPr>
          <a:xfrm>
            <a:off x="5470296" y="6525344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73" name="Прямоугольник 172"/>
          <p:cNvSpPr/>
          <p:nvPr/>
        </p:nvSpPr>
        <p:spPr>
          <a:xfrm>
            <a:off x="251520" y="608874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	6</a:t>
            </a:r>
            <a:endParaRPr lang="ru-RU" dirty="0"/>
          </a:p>
        </p:txBody>
      </p:sp>
      <p:sp>
        <p:nvSpPr>
          <p:cNvPr id="174" name="TextBox 173"/>
          <p:cNvSpPr txBox="1"/>
          <p:nvPr/>
        </p:nvSpPr>
        <p:spPr>
          <a:xfrm>
            <a:off x="3817720" y="602128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2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5" name="Прямоугольник 174"/>
          <p:cNvSpPr/>
          <p:nvPr/>
        </p:nvSpPr>
        <p:spPr>
          <a:xfrm>
            <a:off x="5473904" y="608874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76" name="Прямоугольник 175"/>
          <p:cNvSpPr/>
          <p:nvPr/>
        </p:nvSpPr>
        <p:spPr>
          <a:xfrm>
            <a:off x="251520" y="561660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77" name="TextBox 176"/>
          <p:cNvSpPr txBox="1"/>
          <p:nvPr/>
        </p:nvSpPr>
        <p:spPr>
          <a:xfrm>
            <a:off x="3851920" y="554914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3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78" name="Прямоугольник 177"/>
          <p:cNvSpPr/>
          <p:nvPr/>
        </p:nvSpPr>
        <p:spPr>
          <a:xfrm>
            <a:off x="5470296" y="561660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79" name="Прямоугольник 178"/>
          <p:cNvSpPr/>
          <p:nvPr/>
        </p:nvSpPr>
        <p:spPr>
          <a:xfrm>
            <a:off x="251520" y="517999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	6</a:t>
            </a:r>
            <a:endParaRPr lang="ru-RU" dirty="0"/>
          </a:p>
        </p:txBody>
      </p:sp>
      <p:sp>
        <p:nvSpPr>
          <p:cNvPr id="180" name="TextBox 179"/>
          <p:cNvSpPr txBox="1"/>
          <p:nvPr/>
        </p:nvSpPr>
        <p:spPr>
          <a:xfrm>
            <a:off x="3817720" y="511254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4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81" name="Прямоугольник 180"/>
          <p:cNvSpPr/>
          <p:nvPr/>
        </p:nvSpPr>
        <p:spPr>
          <a:xfrm>
            <a:off x="5473904" y="517999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2" name="Прямоугольник 181"/>
          <p:cNvSpPr/>
          <p:nvPr/>
        </p:nvSpPr>
        <p:spPr>
          <a:xfrm>
            <a:off x="251520" y="4752504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3" name="TextBox 182"/>
          <p:cNvSpPr txBox="1"/>
          <p:nvPr/>
        </p:nvSpPr>
        <p:spPr>
          <a:xfrm>
            <a:off x="3851920" y="4685050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5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84" name="Прямоугольник 183"/>
          <p:cNvSpPr/>
          <p:nvPr/>
        </p:nvSpPr>
        <p:spPr>
          <a:xfrm>
            <a:off x="5470296" y="4752504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85" name="Прямоугольник 184"/>
          <p:cNvSpPr/>
          <p:nvPr/>
        </p:nvSpPr>
        <p:spPr>
          <a:xfrm>
            <a:off x="251520" y="431590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	6</a:t>
            </a:r>
            <a:endParaRPr lang="ru-RU" dirty="0"/>
          </a:p>
        </p:txBody>
      </p:sp>
      <p:sp>
        <p:nvSpPr>
          <p:cNvPr id="186" name="TextBox 185"/>
          <p:cNvSpPr txBox="1"/>
          <p:nvPr/>
        </p:nvSpPr>
        <p:spPr>
          <a:xfrm>
            <a:off x="3817720" y="424844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6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87" name="Прямоугольник 186"/>
          <p:cNvSpPr/>
          <p:nvPr/>
        </p:nvSpPr>
        <p:spPr>
          <a:xfrm>
            <a:off x="5473904" y="431590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8" name="Прямоугольник 187"/>
          <p:cNvSpPr/>
          <p:nvPr/>
        </p:nvSpPr>
        <p:spPr>
          <a:xfrm>
            <a:off x="251520" y="384376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89" name="TextBox 188"/>
          <p:cNvSpPr txBox="1"/>
          <p:nvPr/>
        </p:nvSpPr>
        <p:spPr>
          <a:xfrm>
            <a:off x="3851920" y="377630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7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90" name="Прямоугольник 189"/>
          <p:cNvSpPr/>
          <p:nvPr/>
        </p:nvSpPr>
        <p:spPr>
          <a:xfrm>
            <a:off x="5470296" y="384376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91" name="Прямоугольник 190"/>
          <p:cNvSpPr/>
          <p:nvPr/>
        </p:nvSpPr>
        <p:spPr>
          <a:xfrm>
            <a:off x="251520" y="340715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	6</a:t>
            </a:r>
            <a:endParaRPr lang="ru-RU" dirty="0"/>
          </a:p>
        </p:txBody>
      </p:sp>
      <p:sp>
        <p:nvSpPr>
          <p:cNvPr id="192" name="TextBox 191"/>
          <p:cNvSpPr txBox="1"/>
          <p:nvPr/>
        </p:nvSpPr>
        <p:spPr>
          <a:xfrm>
            <a:off x="3817720" y="333970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8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93" name="Прямоугольник 192"/>
          <p:cNvSpPr/>
          <p:nvPr/>
        </p:nvSpPr>
        <p:spPr>
          <a:xfrm>
            <a:off x="5473904" y="340715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94" name="Прямоугольник 193"/>
          <p:cNvSpPr/>
          <p:nvPr/>
        </p:nvSpPr>
        <p:spPr>
          <a:xfrm>
            <a:off x="251520" y="294223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195" name="TextBox 194"/>
          <p:cNvSpPr txBox="1"/>
          <p:nvPr/>
        </p:nvSpPr>
        <p:spPr>
          <a:xfrm>
            <a:off x="3851920" y="287477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9</a:t>
            </a:r>
            <a:r>
              <a:rPr lang="en-US" sz="2000" dirty="0" smtClean="0"/>
              <a:t> </a:t>
            </a:r>
            <a:r>
              <a:rPr lang="ru-RU" sz="2000" dirty="0" smtClean="0"/>
              <a:t>ряд</a:t>
            </a:r>
            <a:endParaRPr lang="ru-RU" sz="2000" dirty="0"/>
          </a:p>
        </p:txBody>
      </p:sp>
      <p:sp>
        <p:nvSpPr>
          <p:cNvPr id="196" name="Прямоугольник 195"/>
          <p:cNvSpPr/>
          <p:nvPr/>
        </p:nvSpPr>
        <p:spPr>
          <a:xfrm>
            <a:off x="5470296" y="294223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197" name="Прямоугольник 196"/>
          <p:cNvSpPr/>
          <p:nvPr/>
        </p:nvSpPr>
        <p:spPr>
          <a:xfrm>
            <a:off x="251520" y="250563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	6</a:t>
            </a:r>
            <a:endParaRPr lang="ru-RU" dirty="0"/>
          </a:p>
        </p:txBody>
      </p:sp>
      <p:sp>
        <p:nvSpPr>
          <p:cNvPr id="198" name="TextBox 197"/>
          <p:cNvSpPr txBox="1"/>
          <p:nvPr/>
        </p:nvSpPr>
        <p:spPr>
          <a:xfrm>
            <a:off x="3817720" y="243817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0ряд</a:t>
            </a:r>
            <a:endParaRPr lang="ru-RU" sz="2000" dirty="0"/>
          </a:p>
        </p:txBody>
      </p:sp>
      <p:sp>
        <p:nvSpPr>
          <p:cNvPr id="199" name="Прямоугольник 198"/>
          <p:cNvSpPr/>
          <p:nvPr/>
        </p:nvSpPr>
        <p:spPr>
          <a:xfrm>
            <a:off x="5473904" y="250563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00" name="Прямоугольник 199"/>
          <p:cNvSpPr/>
          <p:nvPr/>
        </p:nvSpPr>
        <p:spPr>
          <a:xfrm>
            <a:off x="251520" y="203348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01" name="TextBox 200"/>
          <p:cNvSpPr txBox="1"/>
          <p:nvPr/>
        </p:nvSpPr>
        <p:spPr>
          <a:xfrm>
            <a:off x="3851920" y="196603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1ряд</a:t>
            </a:r>
            <a:endParaRPr lang="ru-RU" sz="2000" dirty="0"/>
          </a:p>
        </p:txBody>
      </p:sp>
      <p:sp>
        <p:nvSpPr>
          <p:cNvPr id="202" name="Прямоугольник 201"/>
          <p:cNvSpPr/>
          <p:nvPr/>
        </p:nvSpPr>
        <p:spPr>
          <a:xfrm>
            <a:off x="5470296" y="203348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203" name="Прямоугольник 202"/>
          <p:cNvSpPr/>
          <p:nvPr/>
        </p:nvSpPr>
        <p:spPr>
          <a:xfrm>
            <a:off x="251520" y="1596886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	6</a:t>
            </a:r>
            <a:endParaRPr lang="ru-RU" dirty="0"/>
          </a:p>
        </p:txBody>
      </p:sp>
      <p:sp>
        <p:nvSpPr>
          <p:cNvPr id="204" name="TextBox 203"/>
          <p:cNvSpPr txBox="1"/>
          <p:nvPr/>
        </p:nvSpPr>
        <p:spPr>
          <a:xfrm>
            <a:off x="3817720" y="1529432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2ряд</a:t>
            </a:r>
            <a:endParaRPr lang="ru-RU" sz="2000" dirty="0"/>
          </a:p>
        </p:txBody>
      </p:sp>
      <p:sp>
        <p:nvSpPr>
          <p:cNvPr id="205" name="Прямоугольник 204"/>
          <p:cNvSpPr/>
          <p:nvPr/>
        </p:nvSpPr>
        <p:spPr>
          <a:xfrm>
            <a:off x="5473904" y="1596886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06" name="Прямоугольник 205"/>
          <p:cNvSpPr/>
          <p:nvPr/>
        </p:nvSpPr>
        <p:spPr>
          <a:xfrm>
            <a:off x="251520" y="1169392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07" name="TextBox 206"/>
          <p:cNvSpPr txBox="1"/>
          <p:nvPr/>
        </p:nvSpPr>
        <p:spPr>
          <a:xfrm>
            <a:off x="3851920" y="1101938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3ряд</a:t>
            </a:r>
            <a:endParaRPr lang="ru-RU" sz="2000" dirty="0"/>
          </a:p>
        </p:txBody>
      </p:sp>
      <p:sp>
        <p:nvSpPr>
          <p:cNvPr id="208" name="Прямоугольник 207"/>
          <p:cNvSpPr/>
          <p:nvPr/>
        </p:nvSpPr>
        <p:spPr>
          <a:xfrm>
            <a:off x="5470296" y="1169392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  <p:sp>
        <p:nvSpPr>
          <p:cNvPr id="209" name="Прямоугольник 208"/>
          <p:cNvSpPr/>
          <p:nvPr/>
        </p:nvSpPr>
        <p:spPr>
          <a:xfrm>
            <a:off x="251520" y="732790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	6</a:t>
            </a:r>
            <a:endParaRPr lang="ru-RU" dirty="0"/>
          </a:p>
        </p:txBody>
      </p:sp>
      <p:sp>
        <p:nvSpPr>
          <p:cNvPr id="210" name="TextBox 209"/>
          <p:cNvSpPr txBox="1"/>
          <p:nvPr/>
        </p:nvSpPr>
        <p:spPr>
          <a:xfrm>
            <a:off x="3817720" y="665336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4ряд</a:t>
            </a:r>
            <a:endParaRPr lang="ru-RU" sz="2000" dirty="0"/>
          </a:p>
        </p:txBody>
      </p:sp>
      <p:sp>
        <p:nvSpPr>
          <p:cNvPr id="211" name="Прямоугольник 210"/>
          <p:cNvSpPr/>
          <p:nvPr/>
        </p:nvSpPr>
        <p:spPr>
          <a:xfrm>
            <a:off x="5473904" y="732790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12" name="Прямоугольник 211"/>
          <p:cNvSpPr/>
          <p:nvPr/>
        </p:nvSpPr>
        <p:spPr>
          <a:xfrm>
            <a:off x="251520" y="260648"/>
            <a:ext cx="2774112" cy="3326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1</a:t>
            </a:r>
            <a:r>
              <a:rPr lang="en-US" dirty="0" smtClean="0"/>
              <a:t>	</a:t>
            </a:r>
            <a:r>
              <a:rPr lang="ru-RU" dirty="0" smtClean="0"/>
              <a:t>2	3</a:t>
            </a:r>
            <a:endParaRPr lang="ru-RU" dirty="0"/>
          </a:p>
        </p:txBody>
      </p:sp>
      <p:sp>
        <p:nvSpPr>
          <p:cNvPr id="213" name="TextBox 212"/>
          <p:cNvSpPr txBox="1"/>
          <p:nvPr/>
        </p:nvSpPr>
        <p:spPr>
          <a:xfrm>
            <a:off x="3851920" y="193194"/>
            <a:ext cx="857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</a:t>
            </a:r>
            <a:r>
              <a:rPr lang="ru-RU" sz="2000" dirty="0" smtClean="0"/>
              <a:t>5ряд</a:t>
            </a:r>
            <a:endParaRPr lang="ru-RU" sz="2000" dirty="0"/>
          </a:p>
        </p:txBody>
      </p:sp>
      <p:sp>
        <p:nvSpPr>
          <p:cNvPr id="214" name="Прямоугольник 213"/>
          <p:cNvSpPr/>
          <p:nvPr/>
        </p:nvSpPr>
        <p:spPr>
          <a:xfrm>
            <a:off x="5470296" y="260648"/>
            <a:ext cx="2774112" cy="3326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r>
              <a:rPr lang="en-US" dirty="0" smtClean="0"/>
              <a:t>	</a:t>
            </a:r>
            <a:r>
              <a:rPr lang="ru-RU" dirty="0" smtClean="0"/>
              <a:t>5</a:t>
            </a:r>
            <a:r>
              <a:rPr lang="ru-RU" dirty="0" smtClean="0"/>
              <a:t>	6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14348" y="0"/>
            <a:ext cx="8001056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1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Найти сумму четных элементов в одномерном массиве до первого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отрицательного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2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Найти произведение нечетных элементов после первого положительного в одномерном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массиве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3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Найти сумму положительных элементов одномерного массива до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максимального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4 вариант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Найти сумму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отрицательных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элементов одномерного массива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минимального</a:t>
            </a: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Найти произведение нечетных элементов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до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первого положительного в одномерном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массиве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u="sng" dirty="0" smtClean="0">
                <a:latin typeface="Times New Roman" pitchFamily="18" charset="0"/>
                <a:cs typeface="Times New Roman" pitchFamily="18" charset="0"/>
              </a:rPr>
              <a:t>6 вариант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Найти сумму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четных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элементов одномерного массива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максимального</a:t>
            </a:r>
          </a:p>
          <a:p>
            <a:pPr algn="just"/>
            <a:endParaRPr lang="ru-RU" sz="2400" b="1" u="sng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187</Words>
  <Application>Microsoft Office PowerPoint</Application>
  <PresentationFormat>Экран (4:3)</PresentationFormat>
  <Paragraphs>121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Тема Office</vt:lpstr>
      <vt:lpstr>Слайд 1</vt:lpstr>
      <vt:lpstr>Слайд 2</vt:lpstr>
      <vt:lpstr>Слайд 3</vt:lpstr>
      <vt:lpstr>Слайд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Alya</dc:creator>
  <cp:lastModifiedBy>пользователь</cp:lastModifiedBy>
  <cp:revision>27</cp:revision>
  <dcterms:created xsi:type="dcterms:W3CDTF">2018-09-27T16:30:48Z</dcterms:created>
  <dcterms:modified xsi:type="dcterms:W3CDTF">2020-10-01T07:30:00Z</dcterms:modified>
</cp:coreProperties>
</file>