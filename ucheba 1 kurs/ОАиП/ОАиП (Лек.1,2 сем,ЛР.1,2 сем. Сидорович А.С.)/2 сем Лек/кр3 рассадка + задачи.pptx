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60" r:id="rId4"/>
    <p:sldId id="258" r:id="rId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-172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D0433-00F6-459D-A1CF-B27457C02368}" type="datetimeFigureOut">
              <a:rPr lang="ru-RU" smtClean="0"/>
              <a:pPr/>
              <a:t>13.05.2021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48E5E-3C48-4E25-9D5A-0BA16AB7F7A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D0433-00F6-459D-A1CF-B27457C02368}" type="datetimeFigureOut">
              <a:rPr lang="ru-RU" smtClean="0"/>
              <a:pPr/>
              <a:t>13.05.2021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48E5E-3C48-4E25-9D5A-0BA16AB7F7A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D0433-00F6-459D-A1CF-B27457C02368}" type="datetimeFigureOut">
              <a:rPr lang="ru-RU" smtClean="0"/>
              <a:pPr/>
              <a:t>13.05.2021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48E5E-3C48-4E25-9D5A-0BA16AB7F7A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D0433-00F6-459D-A1CF-B27457C02368}" type="datetimeFigureOut">
              <a:rPr lang="ru-RU" smtClean="0"/>
              <a:pPr/>
              <a:t>13.05.2021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48E5E-3C48-4E25-9D5A-0BA16AB7F7A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D0433-00F6-459D-A1CF-B27457C02368}" type="datetimeFigureOut">
              <a:rPr lang="ru-RU" smtClean="0"/>
              <a:pPr/>
              <a:t>13.05.2021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48E5E-3C48-4E25-9D5A-0BA16AB7F7A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D0433-00F6-459D-A1CF-B27457C02368}" type="datetimeFigureOut">
              <a:rPr lang="ru-RU" smtClean="0"/>
              <a:pPr/>
              <a:t>13.05.2021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48E5E-3C48-4E25-9D5A-0BA16AB7F7A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D0433-00F6-459D-A1CF-B27457C02368}" type="datetimeFigureOut">
              <a:rPr lang="ru-RU" smtClean="0"/>
              <a:pPr/>
              <a:t>13.05.2021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48E5E-3C48-4E25-9D5A-0BA16AB7F7A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D0433-00F6-459D-A1CF-B27457C02368}" type="datetimeFigureOut">
              <a:rPr lang="ru-RU" smtClean="0"/>
              <a:pPr/>
              <a:t>13.05.2021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48E5E-3C48-4E25-9D5A-0BA16AB7F7A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D0433-00F6-459D-A1CF-B27457C02368}" type="datetimeFigureOut">
              <a:rPr lang="ru-RU" smtClean="0"/>
              <a:pPr/>
              <a:t>13.05.2021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48E5E-3C48-4E25-9D5A-0BA16AB7F7A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D0433-00F6-459D-A1CF-B27457C02368}" type="datetimeFigureOut">
              <a:rPr lang="ru-RU" smtClean="0"/>
              <a:pPr/>
              <a:t>13.05.2021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48E5E-3C48-4E25-9D5A-0BA16AB7F7A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D0433-00F6-459D-A1CF-B27457C02368}" type="datetimeFigureOut">
              <a:rPr lang="ru-RU" smtClean="0"/>
              <a:pPr/>
              <a:t>13.05.2021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48E5E-3C48-4E25-9D5A-0BA16AB7F7A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9D0433-00F6-459D-A1CF-B27457C02368}" type="datetimeFigureOut">
              <a:rPr lang="ru-RU" smtClean="0"/>
              <a:pPr/>
              <a:t>13.05.2021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48E5E-3C48-4E25-9D5A-0BA16AB7F7A7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14414" y="214290"/>
            <a:ext cx="7715304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/>
              <a:t>ФИО					группа</a:t>
            </a:r>
          </a:p>
          <a:p>
            <a:r>
              <a:rPr lang="ru-RU" sz="2800" dirty="0" smtClean="0"/>
              <a:t>Дата</a:t>
            </a:r>
          </a:p>
          <a:p>
            <a:r>
              <a:rPr lang="ru-RU" sz="2800" dirty="0" smtClean="0"/>
              <a:t>Ряд 		место</a:t>
            </a:r>
            <a:r>
              <a:rPr lang="ru-RU" sz="2800" dirty="0"/>
              <a:t>	</a:t>
            </a:r>
            <a:r>
              <a:rPr lang="ru-RU" sz="2800" dirty="0" smtClean="0"/>
              <a:t>		Вариант</a:t>
            </a:r>
          </a:p>
          <a:p>
            <a:endParaRPr lang="ru-RU" sz="2800" dirty="0"/>
          </a:p>
          <a:p>
            <a:r>
              <a:rPr lang="ru-RU" sz="2800" dirty="0" smtClean="0"/>
              <a:t>Условие задачи</a:t>
            </a:r>
          </a:p>
          <a:p>
            <a:endParaRPr lang="ru-RU" sz="2800" dirty="0"/>
          </a:p>
          <a:p>
            <a:endParaRPr lang="ru-RU" sz="2800" dirty="0" smtClean="0"/>
          </a:p>
          <a:p>
            <a:r>
              <a:rPr lang="ru-RU" sz="2800" dirty="0" smtClean="0"/>
              <a:t>Решение</a:t>
            </a:r>
            <a:endParaRPr lang="ru-RU" sz="2800" dirty="0"/>
          </a:p>
          <a:p>
            <a:endParaRPr lang="ru-RU" sz="2800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285720" y="6429396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1</a:t>
            </a:r>
            <a:r>
              <a:rPr lang="en-US" dirty="0" smtClean="0"/>
              <a:t>	</a:t>
            </a:r>
            <a:r>
              <a:rPr lang="ru-RU" dirty="0"/>
              <a:t>2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7500958" y="6429396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7</a:t>
            </a:r>
            <a:r>
              <a:rPr lang="en-US" dirty="0" smtClean="0"/>
              <a:t>	</a:t>
            </a:r>
            <a:r>
              <a:rPr lang="ru-RU" dirty="0"/>
              <a:t>8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2786050" y="6429396"/>
            <a:ext cx="3571900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3</a:t>
            </a:r>
            <a:r>
              <a:rPr lang="en-US" dirty="0" smtClean="0"/>
              <a:t> 	</a:t>
            </a:r>
            <a:r>
              <a:rPr lang="ru-RU" dirty="0"/>
              <a:t>4</a:t>
            </a:r>
            <a:r>
              <a:rPr lang="en-US" dirty="0" smtClean="0"/>
              <a:t> 	</a:t>
            </a:r>
            <a:r>
              <a:rPr lang="ru-RU" dirty="0"/>
              <a:t>5</a:t>
            </a:r>
            <a:r>
              <a:rPr lang="en-US" dirty="0" smtClean="0"/>
              <a:t>	</a:t>
            </a:r>
            <a:r>
              <a:rPr lang="ru-RU" dirty="0"/>
              <a:t>6</a:t>
            </a:r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1785918" y="6429396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1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7" name="TextBox 16"/>
          <p:cNvSpPr txBox="1"/>
          <p:nvPr/>
        </p:nvSpPr>
        <p:spPr>
          <a:xfrm>
            <a:off x="1785918" y="5786454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2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52" name="TextBox 51"/>
          <p:cNvSpPr txBox="1"/>
          <p:nvPr/>
        </p:nvSpPr>
        <p:spPr>
          <a:xfrm>
            <a:off x="1785918" y="5143512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3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67" name="TextBox 66"/>
          <p:cNvSpPr txBox="1"/>
          <p:nvPr/>
        </p:nvSpPr>
        <p:spPr>
          <a:xfrm>
            <a:off x="1785918" y="4500570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4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72" name="TextBox 71"/>
          <p:cNvSpPr txBox="1"/>
          <p:nvPr/>
        </p:nvSpPr>
        <p:spPr>
          <a:xfrm>
            <a:off x="1785918" y="3857628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5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77" name="TextBox 76"/>
          <p:cNvSpPr txBox="1"/>
          <p:nvPr/>
        </p:nvSpPr>
        <p:spPr>
          <a:xfrm>
            <a:off x="1785918" y="3214686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6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82" name="TextBox 81"/>
          <p:cNvSpPr txBox="1"/>
          <p:nvPr/>
        </p:nvSpPr>
        <p:spPr>
          <a:xfrm>
            <a:off x="1785918" y="2571744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7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87" name="TextBox 86"/>
          <p:cNvSpPr txBox="1"/>
          <p:nvPr/>
        </p:nvSpPr>
        <p:spPr>
          <a:xfrm>
            <a:off x="1785918" y="1928802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8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92" name="TextBox 91"/>
          <p:cNvSpPr txBox="1"/>
          <p:nvPr/>
        </p:nvSpPr>
        <p:spPr>
          <a:xfrm>
            <a:off x="1785918" y="1285860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9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97" name="TextBox 96"/>
          <p:cNvSpPr txBox="1"/>
          <p:nvPr/>
        </p:nvSpPr>
        <p:spPr>
          <a:xfrm>
            <a:off x="1785918" y="642918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1</a:t>
            </a:r>
            <a:r>
              <a:rPr lang="ru-RU" sz="2000" dirty="0" smtClean="0"/>
              <a:t>0ряд</a:t>
            </a:r>
            <a:endParaRPr lang="ru-RU" sz="2000" dirty="0"/>
          </a:p>
        </p:txBody>
      </p:sp>
      <p:sp>
        <p:nvSpPr>
          <p:cNvPr id="99" name="TextBox 98"/>
          <p:cNvSpPr txBox="1"/>
          <p:nvPr/>
        </p:nvSpPr>
        <p:spPr>
          <a:xfrm>
            <a:off x="6500826" y="6429396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1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00" name="TextBox 99"/>
          <p:cNvSpPr txBox="1"/>
          <p:nvPr/>
        </p:nvSpPr>
        <p:spPr>
          <a:xfrm>
            <a:off x="6500826" y="5786454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2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01" name="TextBox 100"/>
          <p:cNvSpPr txBox="1"/>
          <p:nvPr/>
        </p:nvSpPr>
        <p:spPr>
          <a:xfrm>
            <a:off x="6500826" y="5143512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3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02" name="TextBox 101"/>
          <p:cNvSpPr txBox="1"/>
          <p:nvPr/>
        </p:nvSpPr>
        <p:spPr>
          <a:xfrm>
            <a:off x="6500826" y="4500570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4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03" name="TextBox 102"/>
          <p:cNvSpPr txBox="1"/>
          <p:nvPr/>
        </p:nvSpPr>
        <p:spPr>
          <a:xfrm>
            <a:off x="6500826" y="3857628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5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04" name="TextBox 103"/>
          <p:cNvSpPr txBox="1"/>
          <p:nvPr/>
        </p:nvSpPr>
        <p:spPr>
          <a:xfrm>
            <a:off x="6500826" y="3214686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6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05" name="TextBox 104"/>
          <p:cNvSpPr txBox="1"/>
          <p:nvPr/>
        </p:nvSpPr>
        <p:spPr>
          <a:xfrm>
            <a:off x="6500826" y="2571744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7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06" name="TextBox 105"/>
          <p:cNvSpPr txBox="1"/>
          <p:nvPr/>
        </p:nvSpPr>
        <p:spPr>
          <a:xfrm>
            <a:off x="6500826" y="1928802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8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07" name="TextBox 106"/>
          <p:cNvSpPr txBox="1"/>
          <p:nvPr/>
        </p:nvSpPr>
        <p:spPr>
          <a:xfrm>
            <a:off x="6500826" y="1285860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9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08" name="TextBox 107"/>
          <p:cNvSpPr txBox="1"/>
          <p:nvPr/>
        </p:nvSpPr>
        <p:spPr>
          <a:xfrm>
            <a:off x="6500826" y="642918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1</a:t>
            </a:r>
            <a:r>
              <a:rPr lang="ru-RU" sz="2000" dirty="0" smtClean="0"/>
              <a:t>0ряд</a:t>
            </a:r>
            <a:endParaRPr lang="ru-RU" sz="2000" dirty="0"/>
          </a:p>
        </p:txBody>
      </p:sp>
      <p:sp>
        <p:nvSpPr>
          <p:cNvPr id="112" name="TextBox 111"/>
          <p:cNvSpPr txBox="1"/>
          <p:nvPr/>
        </p:nvSpPr>
        <p:spPr>
          <a:xfrm>
            <a:off x="1785918" y="-24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11ряд</a:t>
            </a:r>
            <a:endParaRPr lang="ru-RU" sz="2000" dirty="0"/>
          </a:p>
        </p:txBody>
      </p:sp>
      <p:sp>
        <p:nvSpPr>
          <p:cNvPr id="113" name="TextBox 112"/>
          <p:cNvSpPr txBox="1"/>
          <p:nvPr/>
        </p:nvSpPr>
        <p:spPr>
          <a:xfrm>
            <a:off x="6500826" y="-24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11ряд</a:t>
            </a:r>
            <a:endParaRPr lang="ru-RU" sz="2000" dirty="0"/>
          </a:p>
        </p:txBody>
      </p:sp>
      <p:sp>
        <p:nvSpPr>
          <p:cNvPr id="114" name="Прямоугольник 113"/>
          <p:cNvSpPr/>
          <p:nvPr/>
        </p:nvSpPr>
        <p:spPr>
          <a:xfrm>
            <a:off x="285720" y="5786454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1</a:t>
            </a:r>
            <a:r>
              <a:rPr lang="en-US" dirty="0" smtClean="0"/>
              <a:t>	</a:t>
            </a:r>
            <a:r>
              <a:rPr lang="ru-RU" dirty="0"/>
              <a:t>2</a:t>
            </a:r>
          </a:p>
        </p:txBody>
      </p:sp>
      <p:sp>
        <p:nvSpPr>
          <p:cNvPr id="115" name="Прямоугольник 114"/>
          <p:cNvSpPr/>
          <p:nvPr/>
        </p:nvSpPr>
        <p:spPr>
          <a:xfrm>
            <a:off x="7500958" y="5786454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7</a:t>
            </a:r>
            <a:r>
              <a:rPr lang="en-US" dirty="0" smtClean="0"/>
              <a:t>	</a:t>
            </a:r>
            <a:r>
              <a:rPr lang="ru-RU" dirty="0"/>
              <a:t>8</a:t>
            </a:r>
          </a:p>
        </p:txBody>
      </p:sp>
      <p:sp>
        <p:nvSpPr>
          <p:cNvPr id="116" name="Прямоугольник 115"/>
          <p:cNvSpPr/>
          <p:nvPr/>
        </p:nvSpPr>
        <p:spPr>
          <a:xfrm>
            <a:off x="2786050" y="5786454"/>
            <a:ext cx="3571900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3</a:t>
            </a:r>
            <a:r>
              <a:rPr lang="en-US" dirty="0" smtClean="0"/>
              <a:t> 	</a:t>
            </a:r>
            <a:r>
              <a:rPr lang="ru-RU" dirty="0"/>
              <a:t>4</a:t>
            </a:r>
            <a:r>
              <a:rPr lang="en-US" dirty="0" smtClean="0"/>
              <a:t> 	</a:t>
            </a:r>
            <a:r>
              <a:rPr lang="ru-RU" dirty="0"/>
              <a:t>5</a:t>
            </a:r>
            <a:r>
              <a:rPr lang="en-US" dirty="0" smtClean="0"/>
              <a:t>	</a:t>
            </a:r>
            <a:r>
              <a:rPr lang="ru-RU" dirty="0"/>
              <a:t>6</a:t>
            </a:r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117" name="Прямоугольник 116"/>
          <p:cNvSpPr/>
          <p:nvPr/>
        </p:nvSpPr>
        <p:spPr>
          <a:xfrm>
            <a:off x="285720" y="5143512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1</a:t>
            </a:r>
            <a:r>
              <a:rPr lang="en-US" dirty="0" smtClean="0"/>
              <a:t>	</a:t>
            </a:r>
            <a:r>
              <a:rPr lang="ru-RU" dirty="0"/>
              <a:t>2</a:t>
            </a:r>
          </a:p>
        </p:txBody>
      </p:sp>
      <p:sp>
        <p:nvSpPr>
          <p:cNvPr id="118" name="Прямоугольник 117"/>
          <p:cNvSpPr/>
          <p:nvPr/>
        </p:nvSpPr>
        <p:spPr>
          <a:xfrm>
            <a:off x="7500958" y="5143512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7</a:t>
            </a:r>
            <a:r>
              <a:rPr lang="en-US" dirty="0" smtClean="0"/>
              <a:t>	</a:t>
            </a:r>
            <a:r>
              <a:rPr lang="ru-RU" dirty="0"/>
              <a:t>8</a:t>
            </a:r>
          </a:p>
        </p:txBody>
      </p:sp>
      <p:sp>
        <p:nvSpPr>
          <p:cNvPr id="119" name="Прямоугольник 118"/>
          <p:cNvSpPr/>
          <p:nvPr/>
        </p:nvSpPr>
        <p:spPr>
          <a:xfrm>
            <a:off x="2786050" y="5143512"/>
            <a:ext cx="3571900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3</a:t>
            </a:r>
            <a:r>
              <a:rPr lang="en-US" dirty="0" smtClean="0"/>
              <a:t> 	</a:t>
            </a:r>
            <a:r>
              <a:rPr lang="ru-RU" dirty="0"/>
              <a:t>4</a:t>
            </a:r>
            <a:r>
              <a:rPr lang="en-US" dirty="0" smtClean="0"/>
              <a:t> 	</a:t>
            </a:r>
            <a:r>
              <a:rPr lang="ru-RU" dirty="0"/>
              <a:t>5</a:t>
            </a:r>
            <a:r>
              <a:rPr lang="en-US" dirty="0" smtClean="0"/>
              <a:t>	</a:t>
            </a:r>
            <a:r>
              <a:rPr lang="ru-RU" dirty="0"/>
              <a:t>6</a:t>
            </a:r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120" name="Прямоугольник 119"/>
          <p:cNvSpPr/>
          <p:nvPr/>
        </p:nvSpPr>
        <p:spPr>
          <a:xfrm>
            <a:off x="285720" y="4500570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1</a:t>
            </a:r>
            <a:r>
              <a:rPr lang="en-US" dirty="0" smtClean="0"/>
              <a:t>	</a:t>
            </a:r>
            <a:r>
              <a:rPr lang="ru-RU" dirty="0"/>
              <a:t>2</a:t>
            </a:r>
          </a:p>
        </p:txBody>
      </p:sp>
      <p:sp>
        <p:nvSpPr>
          <p:cNvPr id="121" name="Прямоугольник 120"/>
          <p:cNvSpPr/>
          <p:nvPr/>
        </p:nvSpPr>
        <p:spPr>
          <a:xfrm>
            <a:off x="7500958" y="4500570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7</a:t>
            </a:r>
            <a:r>
              <a:rPr lang="en-US" dirty="0" smtClean="0"/>
              <a:t>	</a:t>
            </a:r>
            <a:r>
              <a:rPr lang="ru-RU" dirty="0"/>
              <a:t>8</a:t>
            </a:r>
          </a:p>
        </p:txBody>
      </p:sp>
      <p:sp>
        <p:nvSpPr>
          <p:cNvPr id="122" name="Прямоугольник 121"/>
          <p:cNvSpPr/>
          <p:nvPr/>
        </p:nvSpPr>
        <p:spPr>
          <a:xfrm>
            <a:off x="2786050" y="4500570"/>
            <a:ext cx="3571900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3</a:t>
            </a:r>
            <a:r>
              <a:rPr lang="en-US" dirty="0" smtClean="0"/>
              <a:t> 	</a:t>
            </a:r>
            <a:r>
              <a:rPr lang="ru-RU" dirty="0"/>
              <a:t>4</a:t>
            </a:r>
            <a:r>
              <a:rPr lang="en-US" dirty="0" smtClean="0"/>
              <a:t> 	</a:t>
            </a:r>
            <a:r>
              <a:rPr lang="ru-RU" dirty="0"/>
              <a:t>5</a:t>
            </a:r>
            <a:r>
              <a:rPr lang="en-US" dirty="0" smtClean="0"/>
              <a:t>	</a:t>
            </a:r>
            <a:r>
              <a:rPr lang="ru-RU" dirty="0"/>
              <a:t>6</a:t>
            </a:r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123" name="Прямоугольник 122"/>
          <p:cNvSpPr/>
          <p:nvPr/>
        </p:nvSpPr>
        <p:spPr>
          <a:xfrm>
            <a:off x="285720" y="3857628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1</a:t>
            </a:r>
            <a:r>
              <a:rPr lang="en-US" dirty="0" smtClean="0"/>
              <a:t>	</a:t>
            </a:r>
            <a:r>
              <a:rPr lang="ru-RU" dirty="0"/>
              <a:t>2</a:t>
            </a:r>
          </a:p>
        </p:txBody>
      </p:sp>
      <p:sp>
        <p:nvSpPr>
          <p:cNvPr id="124" name="Прямоугольник 123"/>
          <p:cNvSpPr/>
          <p:nvPr/>
        </p:nvSpPr>
        <p:spPr>
          <a:xfrm>
            <a:off x="7500958" y="3857628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7</a:t>
            </a:r>
            <a:r>
              <a:rPr lang="en-US" dirty="0" smtClean="0"/>
              <a:t>	</a:t>
            </a:r>
            <a:r>
              <a:rPr lang="ru-RU" dirty="0"/>
              <a:t>8</a:t>
            </a:r>
          </a:p>
        </p:txBody>
      </p:sp>
      <p:sp>
        <p:nvSpPr>
          <p:cNvPr id="125" name="Прямоугольник 124"/>
          <p:cNvSpPr/>
          <p:nvPr/>
        </p:nvSpPr>
        <p:spPr>
          <a:xfrm>
            <a:off x="2786050" y="3857628"/>
            <a:ext cx="3571900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3</a:t>
            </a:r>
            <a:r>
              <a:rPr lang="en-US" dirty="0" smtClean="0"/>
              <a:t> 	</a:t>
            </a:r>
            <a:r>
              <a:rPr lang="ru-RU" dirty="0"/>
              <a:t>4</a:t>
            </a:r>
            <a:r>
              <a:rPr lang="en-US" dirty="0" smtClean="0"/>
              <a:t> 	</a:t>
            </a:r>
            <a:r>
              <a:rPr lang="ru-RU" dirty="0"/>
              <a:t>5</a:t>
            </a:r>
            <a:r>
              <a:rPr lang="en-US" dirty="0" smtClean="0"/>
              <a:t>	</a:t>
            </a:r>
            <a:r>
              <a:rPr lang="ru-RU" dirty="0"/>
              <a:t>6</a:t>
            </a:r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126" name="Прямоугольник 125"/>
          <p:cNvSpPr/>
          <p:nvPr/>
        </p:nvSpPr>
        <p:spPr>
          <a:xfrm>
            <a:off x="285720" y="3214686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1</a:t>
            </a:r>
            <a:r>
              <a:rPr lang="en-US" dirty="0" smtClean="0"/>
              <a:t>	</a:t>
            </a:r>
            <a:r>
              <a:rPr lang="ru-RU" dirty="0"/>
              <a:t>2</a:t>
            </a:r>
          </a:p>
        </p:txBody>
      </p:sp>
      <p:sp>
        <p:nvSpPr>
          <p:cNvPr id="127" name="Прямоугольник 126"/>
          <p:cNvSpPr/>
          <p:nvPr/>
        </p:nvSpPr>
        <p:spPr>
          <a:xfrm>
            <a:off x="7500958" y="3214686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7</a:t>
            </a:r>
            <a:r>
              <a:rPr lang="en-US" dirty="0" smtClean="0"/>
              <a:t>	</a:t>
            </a:r>
            <a:r>
              <a:rPr lang="ru-RU" dirty="0"/>
              <a:t>8</a:t>
            </a:r>
          </a:p>
        </p:txBody>
      </p:sp>
      <p:sp>
        <p:nvSpPr>
          <p:cNvPr id="128" name="Прямоугольник 127"/>
          <p:cNvSpPr/>
          <p:nvPr/>
        </p:nvSpPr>
        <p:spPr>
          <a:xfrm>
            <a:off x="2786050" y="3214686"/>
            <a:ext cx="3571900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3</a:t>
            </a:r>
            <a:r>
              <a:rPr lang="en-US" dirty="0" smtClean="0"/>
              <a:t> 	</a:t>
            </a:r>
            <a:r>
              <a:rPr lang="ru-RU" dirty="0"/>
              <a:t>4</a:t>
            </a:r>
            <a:r>
              <a:rPr lang="en-US" dirty="0" smtClean="0"/>
              <a:t> 	</a:t>
            </a:r>
            <a:r>
              <a:rPr lang="ru-RU" dirty="0"/>
              <a:t>5</a:t>
            </a:r>
            <a:r>
              <a:rPr lang="en-US" dirty="0" smtClean="0"/>
              <a:t>	</a:t>
            </a:r>
            <a:r>
              <a:rPr lang="ru-RU" dirty="0"/>
              <a:t>6</a:t>
            </a:r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129" name="Прямоугольник 128"/>
          <p:cNvSpPr/>
          <p:nvPr/>
        </p:nvSpPr>
        <p:spPr>
          <a:xfrm>
            <a:off x="285720" y="2571744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1</a:t>
            </a:r>
            <a:r>
              <a:rPr lang="en-US" dirty="0" smtClean="0"/>
              <a:t>	</a:t>
            </a:r>
            <a:r>
              <a:rPr lang="ru-RU" dirty="0"/>
              <a:t>2</a:t>
            </a:r>
          </a:p>
        </p:txBody>
      </p:sp>
      <p:sp>
        <p:nvSpPr>
          <p:cNvPr id="130" name="Прямоугольник 129"/>
          <p:cNvSpPr/>
          <p:nvPr/>
        </p:nvSpPr>
        <p:spPr>
          <a:xfrm>
            <a:off x="7500958" y="2571744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7</a:t>
            </a:r>
            <a:r>
              <a:rPr lang="en-US" dirty="0" smtClean="0"/>
              <a:t>	</a:t>
            </a:r>
            <a:r>
              <a:rPr lang="ru-RU" dirty="0"/>
              <a:t>8</a:t>
            </a:r>
          </a:p>
        </p:txBody>
      </p:sp>
      <p:sp>
        <p:nvSpPr>
          <p:cNvPr id="131" name="Прямоугольник 130"/>
          <p:cNvSpPr/>
          <p:nvPr/>
        </p:nvSpPr>
        <p:spPr>
          <a:xfrm>
            <a:off x="2786050" y="2571744"/>
            <a:ext cx="3571900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3</a:t>
            </a:r>
            <a:r>
              <a:rPr lang="en-US" dirty="0" smtClean="0"/>
              <a:t> 	</a:t>
            </a:r>
            <a:r>
              <a:rPr lang="ru-RU" dirty="0"/>
              <a:t>4</a:t>
            </a:r>
            <a:r>
              <a:rPr lang="en-US" dirty="0" smtClean="0"/>
              <a:t> 	</a:t>
            </a:r>
            <a:r>
              <a:rPr lang="ru-RU" dirty="0"/>
              <a:t>5</a:t>
            </a:r>
            <a:r>
              <a:rPr lang="en-US" dirty="0" smtClean="0"/>
              <a:t>	</a:t>
            </a:r>
            <a:r>
              <a:rPr lang="ru-RU" dirty="0"/>
              <a:t>6</a:t>
            </a:r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132" name="Прямоугольник 131"/>
          <p:cNvSpPr/>
          <p:nvPr/>
        </p:nvSpPr>
        <p:spPr>
          <a:xfrm>
            <a:off x="285720" y="1928802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1</a:t>
            </a:r>
            <a:r>
              <a:rPr lang="en-US" dirty="0" smtClean="0"/>
              <a:t>	</a:t>
            </a:r>
            <a:r>
              <a:rPr lang="ru-RU" dirty="0"/>
              <a:t>2</a:t>
            </a:r>
          </a:p>
        </p:txBody>
      </p:sp>
      <p:sp>
        <p:nvSpPr>
          <p:cNvPr id="133" name="Прямоугольник 132"/>
          <p:cNvSpPr/>
          <p:nvPr/>
        </p:nvSpPr>
        <p:spPr>
          <a:xfrm>
            <a:off x="7500958" y="1928802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7</a:t>
            </a:r>
            <a:r>
              <a:rPr lang="en-US" dirty="0" smtClean="0"/>
              <a:t>	</a:t>
            </a:r>
            <a:r>
              <a:rPr lang="ru-RU" dirty="0"/>
              <a:t>8</a:t>
            </a:r>
          </a:p>
        </p:txBody>
      </p:sp>
      <p:sp>
        <p:nvSpPr>
          <p:cNvPr id="134" name="Прямоугольник 133"/>
          <p:cNvSpPr/>
          <p:nvPr/>
        </p:nvSpPr>
        <p:spPr>
          <a:xfrm>
            <a:off x="2786050" y="1928802"/>
            <a:ext cx="3571900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3</a:t>
            </a:r>
            <a:r>
              <a:rPr lang="en-US" dirty="0" smtClean="0"/>
              <a:t> 	</a:t>
            </a:r>
            <a:r>
              <a:rPr lang="ru-RU" dirty="0"/>
              <a:t>4</a:t>
            </a:r>
            <a:r>
              <a:rPr lang="en-US" dirty="0" smtClean="0"/>
              <a:t> 	</a:t>
            </a:r>
            <a:r>
              <a:rPr lang="ru-RU" dirty="0"/>
              <a:t>5</a:t>
            </a:r>
            <a:r>
              <a:rPr lang="en-US" dirty="0" smtClean="0"/>
              <a:t>	</a:t>
            </a:r>
            <a:r>
              <a:rPr lang="ru-RU" dirty="0"/>
              <a:t>6</a:t>
            </a:r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135" name="Прямоугольник 134"/>
          <p:cNvSpPr/>
          <p:nvPr/>
        </p:nvSpPr>
        <p:spPr>
          <a:xfrm>
            <a:off x="285720" y="1285860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1</a:t>
            </a:r>
            <a:r>
              <a:rPr lang="en-US" dirty="0" smtClean="0"/>
              <a:t>	</a:t>
            </a:r>
            <a:r>
              <a:rPr lang="ru-RU" dirty="0"/>
              <a:t>2</a:t>
            </a:r>
          </a:p>
        </p:txBody>
      </p:sp>
      <p:sp>
        <p:nvSpPr>
          <p:cNvPr id="136" name="Прямоугольник 135"/>
          <p:cNvSpPr/>
          <p:nvPr/>
        </p:nvSpPr>
        <p:spPr>
          <a:xfrm>
            <a:off x="7500958" y="1285860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7</a:t>
            </a:r>
            <a:r>
              <a:rPr lang="en-US" dirty="0" smtClean="0"/>
              <a:t>	</a:t>
            </a:r>
            <a:r>
              <a:rPr lang="ru-RU" dirty="0"/>
              <a:t>8</a:t>
            </a:r>
          </a:p>
        </p:txBody>
      </p:sp>
      <p:sp>
        <p:nvSpPr>
          <p:cNvPr id="137" name="Прямоугольник 136"/>
          <p:cNvSpPr/>
          <p:nvPr/>
        </p:nvSpPr>
        <p:spPr>
          <a:xfrm>
            <a:off x="2786050" y="1285860"/>
            <a:ext cx="3571900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3</a:t>
            </a:r>
            <a:r>
              <a:rPr lang="en-US" dirty="0" smtClean="0"/>
              <a:t> 	</a:t>
            </a:r>
            <a:r>
              <a:rPr lang="ru-RU" dirty="0"/>
              <a:t>4</a:t>
            </a:r>
            <a:r>
              <a:rPr lang="en-US" dirty="0" smtClean="0"/>
              <a:t> 	</a:t>
            </a:r>
            <a:r>
              <a:rPr lang="ru-RU" dirty="0"/>
              <a:t>5</a:t>
            </a:r>
            <a:r>
              <a:rPr lang="en-US" dirty="0" smtClean="0"/>
              <a:t>	</a:t>
            </a:r>
            <a:r>
              <a:rPr lang="ru-RU" dirty="0"/>
              <a:t>6</a:t>
            </a:r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138" name="Прямоугольник 137"/>
          <p:cNvSpPr/>
          <p:nvPr/>
        </p:nvSpPr>
        <p:spPr>
          <a:xfrm>
            <a:off x="285720" y="642918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1</a:t>
            </a:r>
            <a:r>
              <a:rPr lang="en-US" dirty="0" smtClean="0"/>
              <a:t>	</a:t>
            </a:r>
            <a:r>
              <a:rPr lang="ru-RU" dirty="0"/>
              <a:t>2</a:t>
            </a:r>
          </a:p>
        </p:txBody>
      </p:sp>
      <p:sp>
        <p:nvSpPr>
          <p:cNvPr id="139" name="Прямоугольник 138"/>
          <p:cNvSpPr/>
          <p:nvPr/>
        </p:nvSpPr>
        <p:spPr>
          <a:xfrm>
            <a:off x="7500958" y="642918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7</a:t>
            </a:r>
            <a:r>
              <a:rPr lang="en-US" dirty="0" smtClean="0"/>
              <a:t>	</a:t>
            </a:r>
            <a:r>
              <a:rPr lang="ru-RU" dirty="0"/>
              <a:t>8</a:t>
            </a:r>
          </a:p>
        </p:txBody>
      </p:sp>
      <p:sp>
        <p:nvSpPr>
          <p:cNvPr id="140" name="Прямоугольник 139"/>
          <p:cNvSpPr/>
          <p:nvPr/>
        </p:nvSpPr>
        <p:spPr>
          <a:xfrm>
            <a:off x="2786050" y="642918"/>
            <a:ext cx="3571900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3</a:t>
            </a:r>
            <a:r>
              <a:rPr lang="en-US" dirty="0" smtClean="0"/>
              <a:t> 	</a:t>
            </a:r>
            <a:r>
              <a:rPr lang="ru-RU" dirty="0"/>
              <a:t>4</a:t>
            </a:r>
            <a:r>
              <a:rPr lang="en-US" dirty="0" smtClean="0"/>
              <a:t> 	</a:t>
            </a:r>
            <a:r>
              <a:rPr lang="ru-RU" dirty="0"/>
              <a:t>5</a:t>
            </a:r>
            <a:r>
              <a:rPr lang="en-US" dirty="0" smtClean="0"/>
              <a:t>	</a:t>
            </a:r>
            <a:r>
              <a:rPr lang="ru-RU" dirty="0"/>
              <a:t>6</a:t>
            </a:r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141" name="Прямоугольник 140"/>
          <p:cNvSpPr/>
          <p:nvPr/>
        </p:nvSpPr>
        <p:spPr>
          <a:xfrm>
            <a:off x="285720" y="-24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1</a:t>
            </a:r>
            <a:r>
              <a:rPr lang="en-US" dirty="0" smtClean="0"/>
              <a:t>	</a:t>
            </a:r>
            <a:r>
              <a:rPr lang="ru-RU" dirty="0"/>
              <a:t>2</a:t>
            </a:r>
          </a:p>
        </p:txBody>
      </p:sp>
      <p:sp>
        <p:nvSpPr>
          <p:cNvPr id="142" name="Прямоугольник 141"/>
          <p:cNvSpPr/>
          <p:nvPr/>
        </p:nvSpPr>
        <p:spPr>
          <a:xfrm>
            <a:off x="7500958" y="-24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7</a:t>
            </a:r>
            <a:r>
              <a:rPr lang="en-US" dirty="0" smtClean="0"/>
              <a:t>	</a:t>
            </a:r>
            <a:r>
              <a:rPr lang="ru-RU" dirty="0"/>
              <a:t>8</a:t>
            </a:r>
          </a:p>
        </p:txBody>
      </p:sp>
      <p:sp>
        <p:nvSpPr>
          <p:cNvPr id="143" name="Прямоугольник 142"/>
          <p:cNvSpPr/>
          <p:nvPr/>
        </p:nvSpPr>
        <p:spPr>
          <a:xfrm>
            <a:off x="2786050" y="-24"/>
            <a:ext cx="3571900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3</a:t>
            </a:r>
            <a:r>
              <a:rPr lang="en-US" dirty="0" smtClean="0"/>
              <a:t> 	</a:t>
            </a:r>
            <a:r>
              <a:rPr lang="ru-RU" dirty="0"/>
              <a:t>4</a:t>
            </a:r>
            <a:r>
              <a:rPr lang="en-US" dirty="0" smtClean="0"/>
              <a:t> 	</a:t>
            </a:r>
            <a:r>
              <a:rPr lang="ru-RU" dirty="0"/>
              <a:t>5</a:t>
            </a:r>
            <a:r>
              <a:rPr lang="en-US" dirty="0" smtClean="0"/>
              <a:t>	</a:t>
            </a:r>
            <a:r>
              <a:rPr lang="ru-RU" dirty="0"/>
              <a:t>6</a:t>
            </a:r>
            <a:r>
              <a:rPr lang="en-US" dirty="0" smtClean="0"/>
              <a:t> </a:t>
            </a:r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285720" y="6429396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2 	3</a:t>
            </a:r>
            <a:endParaRPr lang="ru-RU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2786050" y="6429396"/>
            <a:ext cx="3571900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2</a:t>
            </a:r>
            <a:r>
              <a:rPr lang="en-US" dirty="0" smtClean="0"/>
              <a:t> 	</a:t>
            </a:r>
            <a:r>
              <a:rPr lang="ru-RU" dirty="0" smtClean="0"/>
              <a:t>1</a:t>
            </a:r>
            <a:r>
              <a:rPr lang="en-US" dirty="0" smtClean="0"/>
              <a:t> 	</a:t>
            </a:r>
            <a:r>
              <a:rPr lang="ru-RU" dirty="0" smtClean="0"/>
              <a:t>4</a:t>
            </a:r>
            <a:r>
              <a:rPr lang="en-US" dirty="0" smtClean="0"/>
              <a:t> 	</a:t>
            </a:r>
            <a:r>
              <a:rPr lang="ru-RU" dirty="0" smtClean="0"/>
              <a:t>3</a:t>
            </a:r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1785918" y="6429396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1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285720" y="5786454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lvl="1" algn="ctr"/>
            <a:r>
              <a:rPr lang="ru-RU" dirty="0" smtClean="0"/>
              <a:t>4	1</a:t>
            </a:r>
          </a:p>
        </p:txBody>
      </p:sp>
      <p:sp>
        <p:nvSpPr>
          <p:cNvPr id="16" name="Прямоугольник 15"/>
          <p:cNvSpPr/>
          <p:nvPr/>
        </p:nvSpPr>
        <p:spPr>
          <a:xfrm>
            <a:off x="2786050" y="5786454"/>
            <a:ext cx="3571900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4</a:t>
            </a:r>
            <a:r>
              <a:rPr lang="en-US" dirty="0" smtClean="0"/>
              <a:t> 	</a:t>
            </a:r>
            <a:r>
              <a:rPr lang="ru-RU" dirty="0" smtClean="0"/>
              <a:t>3</a:t>
            </a:r>
            <a:r>
              <a:rPr lang="en-US" dirty="0" smtClean="0"/>
              <a:t> 	</a:t>
            </a:r>
            <a:r>
              <a:rPr lang="ru-RU" dirty="0" smtClean="0"/>
              <a:t>2</a:t>
            </a:r>
            <a:r>
              <a:rPr lang="en-US" dirty="0" smtClean="0"/>
              <a:t> 	</a:t>
            </a:r>
            <a:r>
              <a:rPr lang="ru-RU" dirty="0" smtClean="0"/>
              <a:t>1</a:t>
            </a:r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17" name="TextBox 16"/>
          <p:cNvSpPr txBox="1"/>
          <p:nvPr/>
        </p:nvSpPr>
        <p:spPr>
          <a:xfrm>
            <a:off x="1785918" y="5786454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2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52" name="TextBox 51"/>
          <p:cNvSpPr txBox="1"/>
          <p:nvPr/>
        </p:nvSpPr>
        <p:spPr>
          <a:xfrm>
            <a:off x="1785918" y="5143512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3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67" name="TextBox 66"/>
          <p:cNvSpPr txBox="1"/>
          <p:nvPr/>
        </p:nvSpPr>
        <p:spPr>
          <a:xfrm>
            <a:off x="1785918" y="4500570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4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72" name="TextBox 71"/>
          <p:cNvSpPr txBox="1"/>
          <p:nvPr/>
        </p:nvSpPr>
        <p:spPr>
          <a:xfrm>
            <a:off x="1785918" y="3857628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5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77" name="TextBox 76"/>
          <p:cNvSpPr txBox="1"/>
          <p:nvPr/>
        </p:nvSpPr>
        <p:spPr>
          <a:xfrm>
            <a:off x="1785918" y="3214686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6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82" name="TextBox 81"/>
          <p:cNvSpPr txBox="1"/>
          <p:nvPr/>
        </p:nvSpPr>
        <p:spPr>
          <a:xfrm>
            <a:off x="1785918" y="2571744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7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87" name="TextBox 86"/>
          <p:cNvSpPr txBox="1"/>
          <p:nvPr/>
        </p:nvSpPr>
        <p:spPr>
          <a:xfrm>
            <a:off x="1785918" y="1928802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8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92" name="TextBox 91"/>
          <p:cNvSpPr txBox="1"/>
          <p:nvPr/>
        </p:nvSpPr>
        <p:spPr>
          <a:xfrm>
            <a:off x="1785918" y="1285860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9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97" name="TextBox 96"/>
          <p:cNvSpPr txBox="1"/>
          <p:nvPr/>
        </p:nvSpPr>
        <p:spPr>
          <a:xfrm>
            <a:off x="1785918" y="642918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1</a:t>
            </a:r>
            <a:r>
              <a:rPr lang="ru-RU" sz="2000" dirty="0" smtClean="0"/>
              <a:t>0ряд</a:t>
            </a:r>
            <a:endParaRPr lang="ru-RU" sz="2000" dirty="0"/>
          </a:p>
        </p:txBody>
      </p:sp>
      <p:sp>
        <p:nvSpPr>
          <p:cNvPr id="99" name="TextBox 98"/>
          <p:cNvSpPr txBox="1"/>
          <p:nvPr/>
        </p:nvSpPr>
        <p:spPr>
          <a:xfrm>
            <a:off x="6500826" y="6429396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1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00" name="TextBox 99"/>
          <p:cNvSpPr txBox="1"/>
          <p:nvPr/>
        </p:nvSpPr>
        <p:spPr>
          <a:xfrm>
            <a:off x="6500826" y="5786454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2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01" name="TextBox 100"/>
          <p:cNvSpPr txBox="1"/>
          <p:nvPr/>
        </p:nvSpPr>
        <p:spPr>
          <a:xfrm>
            <a:off x="6500826" y="5143512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3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02" name="TextBox 101"/>
          <p:cNvSpPr txBox="1"/>
          <p:nvPr/>
        </p:nvSpPr>
        <p:spPr>
          <a:xfrm>
            <a:off x="6500826" y="4500570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4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03" name="TextBox 102"/>
          <p:cNvSpPr txBox="1"/>
          <p:nvPr/>
        </p:nvSpPr>
        <p:spPr>
          <a:xfrm>
            <a:off x="6500826" y="3857628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5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04" name="TextBox 103"/>
          <p:cNvSpPr txBox="1"/>
          <p:nvPr/>
        </p:nvSpPr>
        <p:spPr>
          <a:xfrm>
            <a:off x="6500826" y="3214686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6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05" name="TextBox 104"/>
          <p:cNvSpPr txBox="1"/>
          <p:nvPr/>
        </p:nvSpPr>
        <p:spPr>
          <a:xfrm>
            <a:off x="6500826" y="2571744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7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06" name="TextBox 105"/>
          <p:cNvSpPr txBox="1"/>
          <p:nvPr/>
        </p:nvSpPr>
        <p:spPr>
          <a:xfrm>
            <a:off x="6500826" y="1928802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8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07" name="TextBox 106"/>
          <p:cNvSpPr txBox="1"/>
          <p:nvPr/>
        </p:nvSpPr>
        <p:spPr>
          <a:xfrm>
            <a:off x="6500826" y="1285860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9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08" name="TextBox 107"/>
          <p:cNvSpPr txBox="1"/>
          <p:nvPr/>
        </p:nvSpPr>
        <p:spPr>
          <a:xfrm>
            <a:off x="6500826" y="642918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1</a:t>
            </a:r>
            <a:r>
              <a:rPr lang="ru-RU" sz="2000" dirty="0" smtClean="0"/>
              <a:t>0ряд</a:t>
            </a:r>
            <a:endParaRPr lang="ru-RU" sz="2000" dirty="0"/>
          </a:p>
        </p:txBody>
      </p:sp>
      <p:sp>
        <p:nvSpPr>
          <p:cNvPr id="112" name="TextBox 111"/>
          <p:cNvSpPr txBox="1"/>
          <p:nvPr/>
        </p:nvSpPr>
        <p:spPr>
          <a:xfrm>
            <a:off x="1785918" y="-24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11ряд</a:t>
            </a:r>
            <a:endParaRPr lang="ru-RU" sz="2000" dirty="0"/>
          </a:p>
        </p:txBody>
      </p:sp>
      <p:sp>
        <p:nvSpPr>
          <p:cNvPr id="113" name="TextBox 112"/>
          <p:cNvSpPr txBox="1"/>
          <p:nvPr/>
        </p:nvSpPr>
        <p:spPr>
          <a:xfrm>
            <a:off x="6500826" y="-24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11ряд</a:t>
            </a:r>
            <a:endParaRPr lang="ru-RU" sz="2000" dirty="0"/>
          </a:p>
        </p:txBody>
      </p:sp>
      <p:sp>
        <p:nvSpPr>
          <p:cNvPr id="57" name="Прямоугольник 56"/>
          <p:cNvSpPr/>
          <p:nvPr/>
        </p:nvSpPr>
        <p:spPr>
          <a:xfrm>
            <a:off x="285720" y="5143512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2 	3</a:t>
            </a:r>
            <a:endParaRPr lang="ru-RU" dirty="0"/>
          </a:p>
        </p:txBody>
      </p:sp>
      <p:sp>
        <p:nvSpPr>
          <p:cNvPr id="58" name="Прямоугольник 57"/>
          <p:cNvSpPr/>
          <p:nvPr/>
        </p:nvSpPr>
        <p:spPr>
          <a:xfrm>
            <a:off x="285720" y="4500570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lvl="1" algn="ctr"/>
            <a:r>
              <a:rPr lang="ru-RU" dirty="0" smtClean="0"/>
              <a:t>4	1</a:t>
            </a:r>
          </a:p>
        </p:txBody>
      </p:sp>
      <p:sp>
        <p:nvSpPr>
          <p:cNvPr id="59" name="Прямоугольник 58"/>
          <p:cNvSpPr/>
          <p:nvPr/>
        </p:nvSpPr>
        <p:spPr>
          <a:xfrm>
            <a:off x="285720" y="3857628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2 	3</a:t>
            </a:r>
            <a:endParaRPr lang="ru-RU" dirty="0"/>
          </a:p>
        </p:txBody>
      </p:sp>
      <p:sp>
        <p:nvSpPr>
          <p:cNvPr id="60" name="Прямоугольник 59"/>
          <p:cNvSpPr/>
          <p:nvPr/>
        </p:nvSpPr>
        <p:spPr>
          <a:xfrm>
            <a:off x="285720" y="3214686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lvl="1" algn="ctr"/>
            <a:r>
              <a:rPr lang="ru-RU" dirty="0" smtClean="0"/>
              <a:t>4	1</a:t>
            </a:r>
          </a:p>
        </p:txBody>
      </p:sp>
      <p:sp>
        <p:nvSpPr>
          <p:cNvPr id="61" name="Прямоугольник 60"/>
          <p:cNvSpPr/>
          <p:nvPr/>
        </p:nvSpPr>
        <p:spPr>
          <a:xfrm>
            <a:off x="285720" y="2571744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2 	3</a:t>
            </a:r>
            <a:endParaRPr lang="ru-RU" dirty="0"/>
          </a:p>
        </p:txBody>
      </p:sp>
      <p:sp>
        <p:nvSpPr>
          <p:cNvPr id="62" name="Прямоугольник 61"/>
          <p:cNvSpPr/>
          <p:nvPr/>
        </p:nvSpPr>
        <p:spPr>
          <a:xfrm>
            <a:off x="285720" y="1928802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lvl="1" algn="ctr"/>
            <a:r>
              <a:rPr lang="ru-RU" dirty="0" smtClean="0"/>
              <a:t>4	1</a:t>
            </a:r>
          </a:p>
        </p:txBody>
      </p:sp>
      <p:sp>
        <p:nvSpPr>
          <p:cNvPr id="63" name="Прямоугольник 62"/>
          <p:cNvSpPr/>
          <p:nvPr/>
        </p:nvSpPr>
        <p:spPr>
          <a:xfrm>
            <a:off x="285720" y="1285860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2 	3</a:t>
            </a:r>
            <a:endParaRPr lang="ru-RU" dirty="0"/>
          </a:p>
        </p:txBody>
      </p:sp>
      <p:sp>
        <p:nvSpPr>
          <p:cNvPr id="68" name="Прямоугольник 67"/>
          <p:cNvSpPr/>
          <p:nvPr/>
        </p:nvSpPr>
        <p:spPr>
          <a:xfrm>
            <a:off x="285720" y="642918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lvl="1" algn="ctr"/>
            <a:r>
              <a:rPr lang="ru-RU" dirty="0" smtClean="0"/>
              <a:t>4	1</a:t>
            </a:r>
          </a:p>
        </p:txBody>
      </p:sp>
      <p:sp>
        <p:nvSpPr>
          <p:cNvPr id="73" name="Прямоугольник 72"/>
          <p:cNvSpPr/>
          <p:nvPr/>
        </p:nvSpPr>
        <p:spPr>
          <a:xfrm>
            <a:off x="285720" y="-24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2 	3</a:t>
            </a:r>
            <a:endParaRPr lang="ru-RU" dirty="0"/>
          </a:p>
        </p:txBody>
      </p:sp>
      <p:sp>
        <p:nvSpPr>
          <p:cNvPr id="64" name="Прямоугольник 63"/>
          <p:cNvSpPr/>
          <p:nvPr/>
        </p:nvSpPr>
        <p:spPr>
          <a:xfrm>
            <a:off x="2786050" y="5143512"/>
            <a:ext cx="3571900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2</a:t>
            </a:r>
            <a:r>
              <a:rPr lang="en-US" dirty="0" smtClean="0"/>
              <a:t> 	</a:t>
            </a:r>
            <a:r>
              <a:rPr lang="ru-RU" dirty="0" smtClean="0"/>
              <a:t>1</a:t>
            </a:r>
            <a:r>
              <a:rPr lang="en-US" dirty="0" smtClean="0"/>
              <a:t> 	</a:t>
            </a:r>
            <a:r>
              <a:rPr lang="ru-RU" dirty="0" smtClean="0"/>
              <a:t>4</a:t>
            </a:r>
            <a:r>
              <a:rPr lang="en-US" dirty="0" smtClean="0"/>
              <a:t> 	</a:t>
            </a:r>
            <a:r>
              <a:rPr lang="ru-RU" dirty="0" smtClean="0"/>
              <a:t>3</a:t>
            </a:r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65" name="Прямоугольник 64"/>
          <p:cNvSpPr/>
          <p:nvPr/>
        </p:nvSpPr>
        <p:spPr>
          <a:xfrm>
            <a:off x="2786050" y="4500570"/>
            <a:ext cx="3571900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4</a:t>
            </a:r>
            <a:r>
              <a:rPr lang="en-US" dirty="0" smtClean="0"/>
              <a:t> 	</a:t>
            </a:r>
            <a:r>
              <a:rPr lang="ru-RU" dirty="0" smtClean="0"/>
              <a:t>3</a:t>
            </a:r>
            <a:r>
              <a:rPr lang="en-US" dirty="0" smtClean="0"/>
              <a:t> 	</a:t>
            </a:r>
            <a:r>
              <a:rPr lang="ru-RU" dirty="0" smtClean="0"/>
              <a:t>2</a:t>
            </a:r>
            <a:r>
              <a:rPr lang="en-US" dirty="0" smtClean="0"/>
              <a:t> 	</a:t>
            </a:r>
            <a:r>
              <a:rPr lang="ru-RU" dirty="0" smtClean="0"/>
              <a:t>1</a:t>
            </a:r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66" name="Прямоугольник 65"/>
          <p:cNvSpPr/>
          <p:nvPr/>
        </p:nvSpPr>
        <p:spPr>
          <a:xfrm>
            <a:off x="2786050" y="3857628"/>
            <a:ext cx="3571900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2</a:t>
            </a:r>
            <a:r>
              <a:rPr lang="en-US" dirty="0" smtClean="0"/>
              <a:t> 	</a:t>
            </a:r>
            <a:r>
              <a:rPr lang="ru-RU" dirty="0" smtClean="0"/>
              <a:t>1</a:t>
            </a:r>
            <a:r>
              <a:rPr lang="en-US" dirty="0" smtClean="0"/>
              <a:t> 	</a:t>
            </a:r>
            <a:r>
              <a:rPr lang="ru-RU" dirty="0" smtClean="0"/>
              <a:t>4</a:t>
            </a:r>
            <a:r>
              <a:rPr lang="en-US" dirty="0" smtClean="0"/>
              <a:t> 	</a:t>
            </a:r>
            <a:r>
              <a:rPr lang="ru-RU" dirty="0" smtClean="0"/>
              <a:t>3</a:t>
            </a:r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69" name="Прямоугольник 68"/>
          <p:cNvSpPr/>
          <p:nvPr/>
        </p:nvSpPr>
        <p:spPr>
          <a:xfrm>
            <a:off x="2786050" y="3214686"/>
            <a:ext cx="3571900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4</a:t>
            </a:r>
            <a:r>
              <a:rPr lang="en-US" dirty="0" smtClean="0"/>
              <a:t> 	</a:t>
            </a:r>
            <a:r>
              <a:rPr lang="ru-RU" dirty="0" smtClean="0"/>
              <a:t>3</a:t>
            </a:r>
            <a:r>
              <a:rPr lang="en-US" dirty="0" smtClean="0"/>
              <a:t> 	</a:t>
            </a:r>
            <a:r>
              <a:rPr lang="ru-RU" dirty="0" smtClean="0"/>
              <a:t>2</a:t>
            </a:r>
            <a:r>
              <a:rPr lang="en-US" dirty="0" smtClean="0"/>
              <a:t> 	</a:t>
            </a:r>
            <a:r>
              <a:rPr lang="ru-RU" dirty="0" smtClean="0"/>
              <a:t>1</a:t>
            </a:r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70" name="Прямоугольник 69"/>
          <p:cNvSpPr/>
          <p:nvPr/>
        </p:nvSpPr>
        <p:spPr>
          <a:xfrm>
            <a:off x="2786050" y="2571744"/>
            <a:ext cx="3571900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2</a:t>
            </a:r>
            <a:r>
              <a:rPr lang="en-US" dirty="0" smtClean="0"/>
              <a:t> 	</a:t>
            </a:r>
            <a:r>
              <a:rPr lang="ru-RU" dirty="0" smtClean="0"/>
              <a:t>1</a:t>
            </a:r>
            <a:r>
              <a:rPr lang="en-US" dirty="0" smtClean="0"/>
              <a:t> 	</a:t>
            </a:r>
            <a:r>
              <a:rPr lang="ru-RU" dirty="0" smtClean="0"/>
              <a:t>4</a:t>
            </a:r>
            <a:r>
              <a:rPr lang="en-US" dirty="0" smtClean="0"/>
              <a:t> 	</a:t>
            </a:r>
            <a:r>
              <a:rPr lang="ru-RU" dirty="0" smtClean="0"/>
              <a:t>3</a:t>
            </a:r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71" name="Прямоугольник 70"/>
          <p:cNvSpPr/>
          <p:nvPr/>
        </p:nvSpPr>
        <p:spPr>
          <a:xfrm>
            <a:off x="2786050" y="1928802"/>
            <a:ext cx="3571900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4</a:t>
            </a:r>
            <a:r>
              <a:rPr lang="en-US" dirty="0" smtClean="0"/>
              <a:t> 	</a:t>
            </a:r>
            <a:r>
              <a:rPr lang="ru-RU" dirty="0" smtClean="0"/>
              <a:t>3</a:t>
            </a:r>
            <a:r>
              <a:rPr lang="en-US" dirty="0" smtClean="0"/>
              <a:t> 	</a:t>
            </a:r>
            <a:r>
              <a:rPr lang="ru-RU" dirty="0" smtClean="0"/>
              <a:t>2</a:t>
            </a:r>
            <a:r>
              <a:rPr lang="en-US" dirty="0" smtClean="0"/>
              <a:t> 	</a:t>
            </a:r>
            <a:r>
              <a:rPr lang="ru-RU" dirty="0" smtClean="0"/>
              <a:t>1</a:t>
            </a:r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79" name="Прямоугольник 78"/>
          <p:cNvSpPr/>
          <p:nvPr/>
        </p:nvSpPr>
        <p:spPr>
          <a:xfrm>
            <a:off x="2786050" y="1285860"/>
            <a:ext cx="3571900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2</a:t>
            </a:r>
            <a:r>
              <a:rPr lang="en-US" dirty="0" smtClean="0"/>
              <a:t> 	</a:t>
            </a:r>
            <a:r>
              <a:rPr lang="ru-RU" dirty="0" smtClean="0"/>
              <a:t>1</a:t>
            </a:r>
            <a:r>
              <a:rPr lang="en-US" dirty="0" smtClean="0"/>
              <a:t> 	</a:t>
            </a:r>
            <a:r>
              <a:rPr lang="ru-RU" dirty="0" smtClean="0"/>
              <a:t>4</a:t>
            </a:r>
            <a:r>
              <a:rPr lang="en-US" dirty="0" smtClean="0"/>
              <a:t> 	</a:t>
            </a:r>
            <a:r>
              <a:rPr lang="ru-RU" dirty="0" smtClean="0"/>
              <a:t>3</a:t>
            </a:r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80" name="Прямоугольник 79"/>
          <p:cNvSpPr/>
          <p:nvPr/>
        </p:nvSpPr>
        <p:spPr>
          <a:xfrm>
            <a:off x="2786050" y="642918"/>
            <a:ext cx="3571900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4</a:t>
            </a:r>
            <a:r>
              <a:rPr lang="en-US" dirty="0" smtClean="0"/>
              <a:t> 	</a:t>
            </a:r>
            <a:r>
              <a:rPr lang="ru-RU" dirty="0" smtClean="0"/>
              <a:t>3</a:t>
            </a:r>
            <a:r>
              <a:rPr lang="en-US" dirty="0" smtClean="0"/>
              <a:t> 	</a:t>
            </a:r>
            <a:r>
              <a:rPr lang="ru-RU" dirty="0" smtClean="0"/>
              <a:t>2</a:t>
            </a:r>
            <a:r>
              <a:rPr lang="en-US" dirty="0" smtClean="0"/>
              <a:t> 	</a:t>
            </a:r>
            <a:r>
              <a:rPr lang="ru-RU" dirty="0" smtClean="0"/>
              <a:t>1</a:t>
            </a:r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81" name="Прямоугольник 80"/>
          <p:cNvSpPr/>
          <p:nvPr/>
        </p:nvSpPr>
        <p:spPr>
          <a:xfrm>
            <a:off x="2786050" y="0"/>
            <a:ext cx="3571900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2</a:t>
            </a:r>
            <a:r>
              <a:rPr lang="en-US" dirty="0" smtClean="0"/>
              <a:t> 	</a:t>
            </a:r>
            <a:r>
              <a:rPr lang="ru-RU" dirty="0" smtClean="0"/>
              <a:t>1</a:t>
            </a:r>
            <a:r>
              <a:rPr lang="en-US" dirty="0" smtClean="0"/>
              <a:t> 	</a:t>
            </a:r>
            <a:r>
              <a:rPr lang="ru-RU" dirty="0" smtClean="0"/>
              <a:t>4</a:t>
            </a:r>
            <a:r>
              <a:rPr lang="en-US" dirty="0" smtClean="0"/>
              <a:t> 	</a:t>
            </a:r>
            <a:r>
              <a:rPr lang="ru-RU" dirty="0" smtClean="0"/>
              <a:t>3</a:t>
            </a:r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84" name="Прямоугольник 83"/>
          <p:cNvSpPr/>
          <p:nvPr/>
        </p:nvSpPr>
        <p:spPr>
          <a:xfrm>
            <a:off x="7429520" y="6429372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2 	3</a:t>
            </a:r>
            <a:endParaRPr lang="ru-RU" dirty="0"/>
          </a:p>
        </p:txBody>
      </p:sp>
      <p:sp>
        <p:nvSpPr>
          <p:cNvPr id="85" name="Прямоугольник 84"/>
          <p:cNvSpPr/>
          <p:nvPr/>
        </p:nvSpPr>
        <p:spPr>
          <a:xfrm>
            <a:off x="7429520" y="5786430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lvl="1" algn="ctr"/>
            <a:r>
              <a:rPr lang="ru-RU" dirty="0" smtClean="0"/>
              <a:t>4	1</a:t>
            </a:r>
          </a:p>
        </p:txBody>
      </p:sp>
      <p:sp>
        <p:nvSpPr>
          <p:cNvPr id="86" name="Прямоугольник 85"/>
          <p:cNvSpPr/>
          <p:nvPr/>
        </p:nvSpPr>
        <p:spPr>
          <a:xfrm>
            <a:off x="7429520" y="5143488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2 	3</a:t>
            </a:r>
            <a:endParaRPr lang="ru-RU" dirty="0"/>
          </a:p>
        </p:txBody>
      </p:sp>
      <p:sp>
        <p:nvSpPr>
          <p:cNvPr id="89" name="Прямоугольник 88"/>
          <p:cNvSpPr/>
          <p:nvPr/>
        </p:nvSpPr>
        <p:spPr>
          <a:xfrm>
            <a:off x="7429520" y="4500546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lvl="1" algn="ctr"/>
            <a:r>
              <a:rPr lang="ru-RU" dirty="0" smtClean="0"/>
              <a:t>4	1</a:t>
            </a:r>
          </a:p>
        </p:txBody>
      </p:sp>
      <p:sp>
        <p:nvSpPr>
          <p:cNvPr id="90" name="Прямоугольник 89"/>
          <p:cNvSpPr/>
          <p:nvPr/>
        </p:nvSpPr>
        <p:spPr>
          <a:xfrm>
            <a:off x="7429520" y="3857604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2 	3</a:t>
            </a:r>
            <a:endParaRPr lang="ru-RU" dirty="0"/>
          </a:p>
        </p:txBody>
      </p:sp>
      <p:sp>
        <p:nvSpPr>
          <p:cNvPr id="91" name="Прямоугольник 90"/>
          <p:cNvSpPr/>
          <p:nvPr/>
        </p:nvSpPr>
        <p:spPr>
          <a:xfrm>
            <a:off x="7429520" y="3214662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lvl="1" algn="ctr"/>
            <a:r>
              <a:rPr lang="ru-RU" dirty="0" smtClean="0"/>
              <a:t>4	1</a:t>
            </a:r>
          </a:p>
        </p:txBody>
      </p:sp>
      <p:sp>
        <p:nvSpPr>
          <p:cNvPr id="94" name="Прямоугольник 93"/>
          <p:cNvSpPr/>
          <p:nvPr/>
        </p:nvSpPr>
        <p:spPr>
          <a:xfrm>
            <a:off x="7429520" y="2571720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2 	3</a:t>
            </a:r>
            <a:endParaRPr lang="ru-RU" dirty="0"/>
          </a:p>
        </p:txBody>
      </p:sp>
      <p:sp>
        <p:nvSpPr>
          <p:cNvPr id="95" name="Прямоугольник 94"/>
          <p:cNvSpPr/>
          <p:nvPr/>
        </p:nvSpPr>
        <p:spPr>
          <a:xfrm>
            <a:off x="7429520" y="1928778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lvl="1" algn="ctr"/>
            <a:r>
              <a:rPr lang="ru-RU" dirty="0" smtClean="0"/>
              <a:t>4	1</a:t>
            </a:r>
          </a:p>
        </p:txBody>
      </p:sp>
      <p:sp>
        <p:nvSpPr>
          <p:cNvPr id="96" name="Прямоугольник 95"/>
          <p:cNvSpPr/>
          <p:nvPr/>
        </p:nvSpPr>
        <p:spPr>
          <a:xfrm>
            <a:off x="7429520" y="1285836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2 	3</a:t>
            </a:r>
            <a:endParaRPr lang="ru-RU" dirty="0"/>
          </a:p>
        </p:txBody>
      </p:sp>
      <p:sp>
        <p:nvSpPr>
          <p:cNvPr id="109" name="Прямоугольник 108"/>
          <p:cNvSpPr/>
          <p:nvPr/>
        </p:nvSpPr>
        <p:spPr>
          <a:xfrm>
            <a:off x="7429520" y="642894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lvl="1" algn="ctr"/>
            <a:r>
              <a:rPr lang="ru-RU" dirty="0" smtClean="0"/>
              <a:t>4	1</a:t>
            </a:r>
          </a:p>
        </p:txBody>
      </p:sp>
      <p:sp>
        <p:nvSpPr>
          <p:cNvPr id="110" name="Прямоугольник 109"/>
          <p:cNvSpPr/>
          <p:nvPr/>
        </p:nvSpPr>
        <p:spPr>
          <a:xfrm>
            <a:off x="7429520" y="-48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2 	3</a:t>
            </a:r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14348" y="0"/>
            <a:ext cx="800105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b="1" u="sng" dirty="0" smtClean="0">
                <a:latin typeface="Times New Roman" pitchFamily="18" charset="0"/>
                <a:cs typeface="Times New Roman" pitchFamily="18" charset="0"/>
              </a:rPr>
              <a:t>1 вариант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Написать функцию для </a:t>
            </a:r>
            <a:r>
              <a:rPr lang="ru-RU" sz="2400" smtClean="0">
                <a:latin typeface="Times New Roman" pitchFamily="18" charset="0"/>
                <a:cs typeface="Times New Roman" pitchFamily="18" charset="0"/>
              </a:rPr>
              <a:t>удаления </a:t>
            </a:r>
            <a:r>
              <a:rPr lang="ru-RU" sz="2400" smtClean="0">
                <a:latin typeface="Times New Roman" pitchFamily="18" charset="0"/>
                <a:cs typeface="Times New Roman" pitchFamily="18" charset="0"/>
              </a:rPr>
              <a:t>элемента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 головы двунаправленного списке</a:t>
            </a: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u="sng" dirty="0" smtClean="0">
                <a:latin typeface="Times New Roman" pitchFamily="18" charset="0"/>
                <a:cs typeface="Times New Roman" pitchFamily="18" charset="0"/>
              </a:rPr>
              <a:t>2 вариант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Написать функцию для добавления элемента в хвост двунаправленного списка</a:t>
            </a: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u="sng" dirty="0" smtClean="0">
                <a:latin typeface="Times New Roman" pitchFamily="18" charset="0"/>
                <a:cs typeface="Times New Roman" pitchFamily="18" charset="0"/>
              </a:rPr>
              <a:t>3 вариант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Написать функцию для добавления элемента в голову двунаправленного списка</a:t>
            </a: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u="sng" dirty="0" smtClean="0">
                <a:latin typeface="Times New Roman" pitchFamily="18" charset="0"/>
                <a:cs typeface="Times New Roman" pitchFamily="18" charset="0"/>
              </a:rPr>
              <a:t>4 вариант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Написать функцию для удаления элемента с хвоста двунаправленного списка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195</Words>
  <Application>Microsoft Office PowerPoint</Application>
  <PresentationFormat>Экран (4:3)</PresentationFormat>
  <Paragraphs>137</Paragraphs>
  <Slides>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5" baseType="lpstr">
      <vt:lpstr>Тема Office</vt:lpstr>
      <vt:lpstr>Слайд 1</vt:lpstr>
      <vt:lpstr>Слайд 2</vt:lpstr>
      <vt:lpstr>Слайд 3</vt:lpstr>
      <vt:lpstr>Слайд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Alya</dc:creator>
  <cp:lastModifiedBy>пользователь</cp:lastModifiedBy>
  <cp:revision>17</cp:revision>
  <dcterms:created xsi:type="dcterms:W3CDTF">2018-09-27T16:30:48Z</dcterms:created>
  <dcterms:modified xsi:type="dcterms:W3CDTF">2021-05-13T07:35:25Z</dcterms:modified>
</cp:coreProperties>
</file>