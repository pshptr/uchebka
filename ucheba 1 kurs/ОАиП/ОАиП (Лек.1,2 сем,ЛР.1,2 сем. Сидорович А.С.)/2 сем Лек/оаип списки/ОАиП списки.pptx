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"/>
  </p:notesMasterIdLst>
  <p:sldIdLst>
    <p:sldId id="256" r:id="rId2"/>
    <p:sldId id="298" r:id="rId3"/>
    <p:sldId id="302" r:id="rId4"/>
    <p:sldId id="297" r:id="rId5"/>
    <p:sldId id="301" r:id="rId6"/>
    <p:sldId id="299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8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59" autoAdjust="0"/>
    <p:restoredTop sz="94660"/>
  </p:normalViewPr>
  <p:slideViewPr>
    <p:cSldViewPr>
      <p:cViewPr varScale="1">
        <p:scale>
          <a:sx n="57" d="100"/>
          <a:sy n="57" d="100"/>
        </p:scale>
        <p:origin x="-156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="" xmlns:p14="http://schemas.microsoft.com/office/powerpoint/2010/main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27.02.2019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Связные списки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Связный список - тип данных динамической структуры, состоящей из элементов - узлов. Каждый узел включает в себя минимум два поля:</a:t>
            </a:r>
          </a:p>
          <a:p>
            <a:pPr marL="0" algn="just">
              <a:spcBef>
                <a:spcPts val="0"/>
              </a:spcBef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поле данных</a:t>
            </a:r>
          </a:p>
          <a:p>
            <a:pPr marL="0" algn="just">
              <a:spcBef>
                <a:spcPts val="0"/>
              </a:spcBef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указатель на следующий узел в списке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algn="just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Каждый список имеет особый элемент -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начало списка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(голова списка), который обычно по содержанию отличен от остальных элементов.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 поле указателя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последнего элемента списка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находится специальный признак NULL, свидетельствующий о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конце списка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spcBef>
                <a:spcPts val="0"/>
              </a:spcBef>
              <a:buNone/>
            </a:pPr>
            <a:endParaRPr lang="ru-RU" sz="1800" dirty="0" smtClean="0"/>
          </a:p>
          <a:p>
            <a:pPr marL="0">
              <a:spcBef>
                <a:spcPts val="0"/>
              </a:spcBef>
              <a:buNone/>
            </a:pPr>
            <a:endParaRPr lang="ru-RU" sz="18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имя_типа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{</a:t>
            </a:r>
            <a:endParaRPr lang="ru-RU" sz="2400" dirty="0" smtClean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  информационное поле;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адресное поле;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};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0">
              <a:spcBef>
                <a:spcPts val="0"/>
              </a:spcBef>
              <a:buNone/>
            </a:pPr>
            <a:endParaRPr lang="ru-RU" sz="18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3571876"/>
            <a:ext cx="598453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Односвязный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(однонаправленный) у элементов существует связь, указывающая на следующий элемент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списка</a:t>
            </a:r>
          </a:p>
          <a:p>
            <a:pPr marL="0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Двусвязный (двунаправленный) элементы которых имеют по две связи, указывающие на предыдущий и следующий элементы.</a:t>
            </a:r>
          </a:p>
          <a:p>
            <a:pPr marL="0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Циклический список – это список, в котором связь последнего элемента указывает на первый или один из других элементов этого списка.</a:t>
            </a:r>
          </a:p>
          <a:p>
            <a:pPr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обращения к динамической структуре достаточно хранить в памяти адрес первого элемента структуры.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Поскольку каждый элемент динамической структуры хранит адрес следующего за ним элемента, можно, двигаясь от начального элемента по адресам, получить доступ к любому элементу данной структуры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algn="just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Доступ к данным в динамических структурах осуществляется с помощью операции "стрелка"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-&gt;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Стек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Очередь (однонаправленная, двунаправленная)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Кольцо (однонаправленное, двунаправленное)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Список с свободной организацией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Дерево (бинарное)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1426</TotalTime>
  <Words>142</Words>
  <Application>Microsoft Office PowerPoint</Application>
  <PresentationFormat>Экран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Тема1</vt:lpstr>
      <vt:lpstr>Связные списки</vt:lpstr>
      <vt:lpstr>Слайд 2</vt:lpstr>
      <vt:lpstr>Слайд 3</vt:lpstr>
      <vt:lpstr>Слайд 4</vt:lpstr>
      <vt:lpstr>Слайд 5</vt:lpstr>
      <vt:lpstr>Слайд 6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Alya</cp:lastModifiedBy>
  <cp:revision>86</cp:revision>
  <dcterms:created xsi:type="dcterms:W3CDTF">2016-03-13T14:44:57Z</dcterms:created>
  <dcterms:modified xsi:type="dcterms:W3CDTF">2019-02-26T21:32:08Z</dcterms:modified>
</cp:coreProperties>
</file>