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28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0433-00F6-459D-A1CF-B27457C02368}" type="datetimeFigureOut">
              <a:rPr lang="ru-RU" smtClean="0"/>
              <a:pPr/>
              <a:t>03.12.2020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4414" y="214290"/>
            <a:ext cx="771530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ФИО					группа</a:t>
            </a:r>
          </a:p>
          <a:p>
            <a:r>
              <a:rPr lang="ru-RU" sz="2800" dirty="0" smtClean="0"/>
              <a:t>Дата</a:t>
            </a:r>
          </a:p>
          <a:p>
            <a:r>
              <a:rPr lang="ru-RU" sz="2800" dirty="0" smtClean="0"/>
              <a:t>Ряд 		место</a:t>
            </a:r>
            <a:r>
              <a:rPr lang="ru-RU" sz="2800" dirty="0"/>
              <a:t>	</a:t>
            </a:r>
            <a:r>
              <a:rPr lang="ru-RU" sz="2800" dirty="0" smtClean="0"/>
              <a:t>		Вариант</a:t>
            </a:r>
          </a:p>
          <a:p>
            <a:endParaRPr lang="ru-RU" sz="2800" dirty="0"/>
          </a:p>
          <a:p>
            <a:r>
              <a:rPr lang="ru-RU" sz="2800" dirty="0" smtClean="0"/>
              <a:t>Условие задачи</a:t>
            </a:r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Решение</a:t>
            </a:r>
            <a:endParaRPr lang="ru-RU" sz="2800" dirty="0"/>
          </a:p>
          <a:p>
            <a:endParaRPr lang="ru-RU" sz="2800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500958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4" name="Прямоугольник 1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7500958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6" name="Прямоугольник 1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17" name="Прямоугольник 11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8" name="Прямоугольник 117"/>
          <p:cNvSpPr/>
          <p:nvPr/>
        </p:nvSpPr>
        <p:spPr>
          <a:xfrm>
            <a:off x="7500958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9" name="Прямоугольник 118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0" name="Прямоугольник 119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1" name="Прямоугольник 120"/>
          <p:cNvSpPr/>
          <p:nvPr/>
        </p:nvSpPr>
        <p:spPr>
          <a:xfrm>
            <a:off x="7500958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2" name="Прямоугольник 121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3" name="Прямоугольник 122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4" name="Прямоугольник 123"/>
          <p:cNvSpPr/>
          <p:nvPr/>
        </p:nvSpPr>
        <p:spPr>
          <a:xfrm>
            <a:off x="7500958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5" name="Прямоугольник 124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6" name="Прямоугольник 125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7" name="Прямоугольник 126"/>
          <p:cNvSpPr/>
          <p:nvPr/>
        </p:nvSpPr>
        <p:spPr>
          <a:xfrm>
            <a:off x="7500958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8" name="Прямоугольник 127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9" name="Прямоугольник 128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0" name="Прямоугольник 129"/>
          <p:cNvSpPr/>
          <p:nvPr/>
        </p:nvSpPr>
        <p:spPr>
          <a:xfrm>
            <a:off x="7500958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1" name="Прямоугольник 130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2" name="Прямоугольник 13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3" name="Прямоугольник 132"/>
          <p:cNvSpPr/>
          <p:nvPr/>
        </p:nvSpPr>
        <p:spPr>
          <a:xfrm>
            <a:off x="7500958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4" name="Прямоугольник 133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5" name="Прямоугольник 134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6" name="Прямоугольник 135"/>
          <p:cNvSpPr/>
          <p:nvPr/>
        </p:nvSpPr>
        <p:spPr>
          <a:xfrm>
            <a:off x="7500958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7" name="Прямоугольник 136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8" name="Прямоугольник 13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9" name="Прямоугольник 138"/>
          <p:cNvSpPr/>
          <p:nvPr/>
        </p:nvSpPr>
        <p:spPr>
          <a:xfrm>
            <a:off x="7500958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0" name="Прямоугольник 139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41" name="Прямоугольник 140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7500958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3" name="Прямоугольник 142"/>
          <p:cNvSpPr/>
          <p:nvPr/>
        </p:nvSpPr>
        <p:spPr>
          <a:xfrm>
            <a:off x="2786050" y="-2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500958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7500958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0" name="Прямоугольник 59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73" name="Прямоугольник 72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83" name="Прямоугольник 82"/>
          <p:cNvSpPr/>
          <p:nvPr/>
        </p:nvSpPr>
        <p:spPr>
          <a:xfrm>
            <a:off x="7500958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88" name="Прямоугольник 87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93" name="Прямоугольник 92"/>
          <p:cNvSpPr/>
          <p:nvPr/>
        </p:nvSpPr>
        <p:spPr>
          <a:xfrm>
            <a:off x="7500958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98" name="Прямоугольник 97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14" name="Прямоугольник 113"/>
          <p:cNvSpPr/>
          <p:nvPr/>
        </p:nvSpPr>
        <p:spPr>
          <a:xfrm>
            <a:off x="7500958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5" name="Прямоугольник 114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16" name="Прямоугольник 115"/>
          <p:cNvSpPr/>
          <p:nvPr/>
        </p:nvSpPr>
        <p:spPr>
          <a:xfrm>
            <a:off x="7500958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17" name="Прямоугольник 116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18" name="Прямоугольник 117"/>
          <p:cNvSpPr/>
          <p:nvPr/>
        </p:nvSpPr>
        <p:spPr>
          <a:xfrm>
            <a:off x="7500958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9" name="Прямоугольник 118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0" name="Прямоугольник 119"/>
          <p:cNvSpPr/>
          <p:nvPr/>
        </p:nvSpPr>
        <p:spPr>
          <a:xfrm>
            <a:off x="7500958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21" name="Прямоугольник 120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22" name="Прямоугольник 121"/>
          <p:cNvSpPr/>
          <p:nvPr/>
        </p:nvSpPr>
        <p:spPr>
          <a:xfrm>
            <a:off x="7500958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23" name="Прямоугольник 122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4" name="Прямоугольник 123"/>
          <p:cNvSpPr/>
          <p:nvPr/>
        </p:nvSpPr>
        <p:spPr>
          <a:xfrm>
            <a:off x="7500958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25" name="Прямоугольник 124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26" name="Прямоугольник 125"/>
          <p:cNvSpPr/>
          <p:nvPr/>
        </p:nvSpPr>
        <p:spPr>
          <a:xfrm>
            <a:off x="7500958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27" name="Прямоугольник 126"/>
          <p:cNvSpPr/>
          <p:nvPr/>
        </p:nvSpPr>
        <p:spPr>
          <a:xfrm>
            <a:off x="2786050" y="-2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0"/>
            <a:ext cx="800105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1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нахождения кол-ва слов в строке (слова разделены пробелом и/или знаком препинания)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2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удаления лишних пробелов в строке(между словами должен быть только один пробел,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строка начинается с буквы, заканчивается знаком препинания)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3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удаления подстроки символов в строке(слова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разделены пробелом и/или знаком препинания)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4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переворота 3го слова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строке (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слова разделены пробелом и/или знаком препинания)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229</Words>
  <Application>Microsoft Office PowerPoint</Application>
  <PresentationFormat>Экран (4:3)</PresentationFormat>
  <Paragraphs>137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Alya</dc:creator>
  <cp:lastModifiedBy>пользователь</cp:lastModifiedBy>
  <cp:revision>15</cp:revision>
  <dcterms:created xsi:type="dcterms:W3CDTF">2018-09-27T16:30:48Z</dcterms:created>
  <dcterms:modified xsi:type="dcterms:W3CDTF">2020-12-03T07:49:32Z</dcterms:modified>
</cp:coreProperties>
</file>