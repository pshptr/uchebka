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6" r:id="rId2"/>
    <p:sldId id="297" r:id="rId3"/>
    <p:sldId id="319" r:id="rId4"/>
    <p:sldId id="320" r:id="rId5"/>
    <p:sldId id="321" r:id="rId6"/>
    <p:sldId id="322" r:id="rId7"/>
    <p:sldId id="32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8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59" autoAdjust="0"/>
    <p:restoredTop sz="94660"/>
  </p:normalViewPr>
  <p:slideViewPr>
    <p:cSldViewPr>
      <p:cViewPr varScale="1">
        <p:scale>
          <a:sx n="110" d="100"/>
          <a:sy n="110" d="100"/>
        </p:scale>
        <p:origin x="-182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="" xmlns:p14="http://schemas.microsoft.com/office/powerpoint/2010/main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28.11.2018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Символьные строки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800" dirty="0" smtClean="0"/>
              <a:t>Строка –массив символов, заканчивающийся символом с кодом, равным нулю (</a:t>
            </a:r>
            <a:r>
              <a:rPr lang="ru-RU" altLang="ru-RU" sz="1800" dirty="0" err="1" smtClean="0"/>
              <a:t>нуль-символом</a:t>
            </a:r>
            <a:r>
              <a:rPr lang="ru-RU" altLang="ru-RU" sz="1800" dirty="0" smtClean="0"/>
              <a:t> </a:t>
            </a:r>
            <a:r>
              <a:rPr lang="en-US" altLang="ru-RU" sz="1800" dirty="0" smtClean="0"/>
              <a:t>‘\0’</a:t>
            </a:r>
            <a:r>
              <a:rPr lang="ru-RU" altLang="ru-RU" sz="1800" dirty="0" smtClean="0"/>
              <a:t>)</a:t>
            </a:r>
          </a:p>
          <a:p>
            <a:pPr marL="0" indent="0">
              <a:buNone/>
            </a:pPr>
            <a:endParaRPr lang="ru-RU" altLang="ru-RU" sz="1800" dirty="0" smtClean="0"/>
          </a:p>
          <a:p>
            <a:r>
              <a:rPr lang="ru-RU" altLang="ru-RU" sz="1800" dirty="0" smtClean="0"/>
              <a:t>Статическое </a:t>
            </a:r>
            <a:r>
              <a:rPr lang="ru-RU" altLang="ru-RU" sz="1800" dirty="0" smtClean="0"/>
              <a:t>- Размер строки задается константным выражением целого </a:t>
            </a:r>
            <a:r>
              <a:rPr lang="ru-RU" altLang="ru-RU" sz="1800" dirty="0" smtClean="0"/>
              <a:t>типа</a:t>
            </a:r>
          </a:p>
          <a:p>
            <a:pPr>
              <a:buNone/>
            </a:pPr>
            <a:r>
              <a:rPr lang="en-US" altLang="ru-RU" sz="1800" b="1" i="1" dirty="0" smtClean="0"/>
              <a:t>char </a:t>
            </a:r>
            <a:r>
              <a:rPr lang="en-US" altLang="ru-RU" sz="1800" i="1" dirty="0" smtClean="0"/>
              <a:t>&lt;</a:t>
            </a:r>
            <a:r>
              <a:rPr lang="ru-RU" altLang="ru-RU" sz="1800" i="1" dirty="0" smtClean="0"/>
              <a:t>имя строки</a:t>
            </a:r>
            <a:r>
              <a:rPr lang="en-US" altLang="ru-RU" sz="1800" i="1" dirty="0" smtClean="0"/>
              <a:t>&gt; [&lt;</a:t>
            </a:r>
            <a:r>
              <a:rPr lang="ru-RU" altLang="ru-RU" sz="1800" i="1" dirty="0" smtClean="0"/>
              <a:t>размер строки</a:t>
            </a:r>
            <a:r>
              <a:rPr lang="en-US" altLang="ru-RU" sz="1800" i="1" dirty="0" smtClean="0"/>
              <a:t>&gt;] </a:t>
            </a:r>
            <a:r>
              <a:rPr lang="en-US" altLang="ru-RU" sz="1800" i="1" dirty="0" smtClean="0"/>
              <a:t>;</a:t>
            </a:r>
          </a:p>
          <a:p>
            <a:pPr>
              <a:buNone/>
            </a:pPr>
            <a:r>
              <a:rPr lang="en-US" altLang="ru-RU" sz="1800" b="1" i="1" dirty="0" smtClean="0"/>
              <a:t>char </a:t>
            </a:r>
            <a:r>
              <a:rPr lang="en-US" altLang="ru-RU" sz="1800" i="1" dirty="0" smtClean="0"/>
              <a:t>&lt;</a:t>
            </a:r>
            <a:r>
              <a:rPr lang="ru-RU" altLang="ru-RU" sz="1800" i="1" dirty="0" smtClean="0"/>
              <a:t>имя строки</a:t>
            </a:r>
            <a:r>
              <a:rPr lang="en-US" altLang="ru-RU" sz="1800" i="1" dirty="0" smtClean="0"/>
              <a:t>&gt; [&lt;</a:t>
            </a:r>
            <a:r>
              <a:rPr lang="ru-RU" altLang="ru-RU" sz="1800" i="1" dirty="0" smtClean="0"/>
              <a:t>размер строки</a:t>
            </a:r>
            <a:r>
              <a:rPr lang="en-US" altLang="ru-RU" sz="1800" i="1" dirty="0" smtClean="0"/>
              <a:t>&gt;] </a:t>
            </a:r>
            <a:r>
              <a:rPr lang="ru-RU" altLang="ru-RU" sz="1800" i="1" dirty="0" smtClean="0"/>
              <a:t>=</a:t>
            </a:r>
            <a:r>
              <a:rPr lang="en-US" altLang="ru-RU" sz="1800" i="1" dirty="0" smtClean="0"/>
              <a:t>&lt;</a:t>
            </a:r>
            <a:r>
              <a:rPr lang="ru-RU" altLang="ru-RU" sz="1800" i="1" dirty="0" smtClean="0"/>
              <a:t>строковый литерал</a:t>
            </a:r>
            <a:r>
              <a:rPr lang="en-US" altLang="ru-RU" sz="1800" i="1" dirty="0" smtClean="0"/>
              <a:t>&gt;;</a:t>
            </a:r>
            <a:endParaRPr lang="ru-RU" altLang="ru-RU" sz="1600" i="1" dirty="0" smtClean="0"/>
          </a:p>
          <a:p>
            <a:pPr>
              <a:buNone/>
            </a:pPr>
            <a:endParaRPr lang="ru-RU" altLang="ru-RU" sz="1800" dirty="0" smtClean="0"/>
          </a:p>
          <a:p>
            <a:r>
              <a:rPr lang="ru-RU" altLang="ru-RU" sz="1800" dirty="0" smtClean="0"/>
              <a:t>Динамическое – используется указатель на массив символов</a:t>
            </a:r>
          </a:p>
          <a:p>
            <a:endParaRPr lang="ru-RU" altLang="ru-RU" sz="1800" dirty="0" smtClean="0"/>
          </a:p>
          <a:p>
            <a:pPr>
              <a:buFont typeface="Wingdings 2" pitchFamily="18" charset="2"/>
              <a:buNone/>
            </a:pPr>
            <a:r>
              <a:rPr lang="en-US" altLang="ru-RU" sz="2400" b="1" dirty="0" smtClean="0"/>
              <a:t>char* &lt;</a:t>
            </a:r>
            <a:r>
              <a:rPr lang="ru-RU" altLang="ru-RU" sz="2400" dirty="0" smtClean="0"/>
              <a:t>имя</a:t>
            </a:r>
            <a:r>
              <a:rPr lang="en-US" altLang="ru-RU" sz="2400" dirty="0" smtClean="0"/>
              <a:t> </a:t>
            </a:r>
            <a:r>
              <a:rPr lang="ru-RU" altLang="ru-RU" sz="2400" dirty="0" smtClean="0"/>
              <a:t>переменной</a:t>
            </a:r>
            <a:r>
              <a:rPr lang="en-US" altLang="ru-RU" sz="2400" dirty="0" smtClean="0"/>
              <a:t>&gt;;</a:t>
            </a:r>
            <a:r>
              <a:rPr lang="en-US" altLang="ru-RU" sz="2400" b="1" dirty="0" smtClean="0"/>
              <a:t> </a:t>
            </a:r>
          </a:p>
          <a:p>
            <a:pPr>
              <a:buNone/>
            </a:pPr>
            <a:r>
              <a:rPr lang="ru-RU" altLang="ru-RU" sz="1800" dirty="0" smtClean="0"/>
              <a:t>Важно! Для работы со строкой необходимо выделить хотя бы 1 байт памяти под указатель</a:t>
            </a:r>
            <a:endParaRPr lang="ru-RU" altLang="ru-RU" sz="1800" dirty="0" smtClean="0"/>
          </a:p>
          <a:p>
            <a:pPr>
              <a:buFont typeface="Wingdings 2" pitchFamily="18" charset="2"/>
              <a:buNone/>
            </a:pPr>
            <a:r>
              <a:rPr lang="en-US" altLang="ru-RU" sz="1800" dirty="0" smtClean="0"/>
              <a:t>		</a:t>
            </a:r>
            <a:endParaRPr lang="ru-RU" altLang="ru-RU" sz="3200" dirty="0" smtClean="0"/>
          </a:p>
          <a:p>
            <a:pPr marL="0" indent="0">
              <a:buNone/>
            </a:pPr>
            <a:endParaRPr lang="ru-RU" altLang="ru-RU" sz="1800" dirty="0" smtClean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Понятие строки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buFont typeface="Wingdings 2"/>
              <a:buChar char="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Строковый литерал – это последовательность символов, заключенная в кавычки</a:t>
            </a:r>
          </a:p>
          <a:p>
            <a:pPr marL="365760" indent="-283464">
              <a:buFont typeface="Wingdings 2"/>
              <a:buChar char="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Строковый литерал может включать также и управляющие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символы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>
              <a:buFont typeface="Wingdings 2"/>
              <a:buChar char=""/>
              <a:defRPr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 algn="ctr">
              <a:buNone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«Сегодня контрольная»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 algn="ctr"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или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 algn="ctr">
              <a:buNone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Вы готовы?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 algn="ctr">
              <a:buNone/>
              <a:defRPr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5760" indent="-283464">
              <a:buFont typeface="Wingdings 2"/>
              <a:buChar char="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Вторая строка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содержит два управляющих символа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‘\t’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‘\n’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Понятие строки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Если строковая переменная инициализируется при объявлении, то ее размен можно не указывать – он устанавливается компилятором равным длине инициализирующего строкового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литерала</a:t>
            </a:r>
            <a:endParaRPr lang="en-US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a[ ]</a:t>
            </a:r>
            <a:r>
              <a:rPr lang="ru-RU" altLang="ru-RU" sz="2000" dirty="0" smtClean="0">
                <a:latin typeface="Courier New" pitchFamily="49" charset="0"/>
                <a:cs typeface="Courier New" pitchFamily="49" charset="0"/>
              </a:rPr>
              <a:t> = «Строка </a:t>
            </a:r>
            <a:r>
              <a:rPr lang="ru-RU" altLang="ru-RU" sz="2000" dirty="0" smtClean="0">
                <a:latin typeface="Courier New" pitchFamily="49" charset="0"/>
                <a:cs typeface="Courier New" pitchFamily="49" charset="0"/>
              </a:rPr>
              <a:t>текста»;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Строки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являются массивами,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них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нет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операции присваивания</a:t>
            </a:r>
          </a:p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Кроме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инициализации при объявлении, значение строковой переменной может быть задано путем ввода его с клавиатуры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altLang="ru-RU" sz="2000" dirty="0" smtClean="0">
                <a:latin typeface="Courier New" pitchFamily="49" charset="0"/>
                <a:cs typeface="Courier New" pitchFamily="49" charset="0"/>
              </a:rPr>
              <a:t>с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har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= (char*)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(1,1);</a:t>
            </a:r>
          </a:p>
          <a:p>
            <a:pPr>
              <a:buNone/>
            </a:pP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canf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(“%s”,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 ); //</a:t>
            </a:r>
            <a:r>
              <a:rPr lang="ru-RU" altLang="ru-RU" sz="2000" dirty="0" smtClean="0">
                <a:latin typeface="Courier New" pitchFamily="49" charset="0"/>
                <a:cs typeface="Courier New" pitchFamily="49" charset="0"/>
              </a:rPr>
              <a:t> считает до первого пробела!</a:t>
            </a:r>
            <a:r>
              <a:rPr lang="ru-RU" altLang="ru-RU" sz="2000" dirty="0" smtClean="0">
                <a:latin typeface="Courier New" pitchFamily="49" charset="0"/>
                <a:cs typeface="Courier New" pitchFamily="49" charset="0"/>
              </a:rPr>
              <a:t>		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gets 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Понятие строки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Обработку строк можно вести, используя возможности посимвольного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доступа</a:t>
            </a:r>
          </a:p>
          <a:p>
            <a:pPr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Функция для определения длины строки</a:t>
            </a:r>
          </a:p>
          <a:p>
            <a:pPr>
              <a:buNone/>
            </a:pPr>
            <a:endParaRPr lang="en-US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(char *s)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while (s[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]!=‘\0’)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Обработка строк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Функция для копирования из одной строки символов в другую</a:t>
            </a:r>
          </a:p>
          <a:p>
            <a:pPr>
              <a:buNone/>
            </a:pPr>
            <a:endParaRPr lang="en-US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str_copy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(char *s1,char *s2)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while (s1[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]!=‘\0’)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s2[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]=s1[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Обработка строк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Строки сравниваются посимвольно до тех пор, пока не будут обнаружены несовпадающие символы или будет достигнут конец одной из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строк</a:t>
            </a:r>
          </a:p>
          <a:p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Если достигнут конец одной из строк и одновременно достигнут конец другой строки, то строки считаются равными, иначе закончившаяся строка считается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меньшей</a:t>
            </a:r>
          </a:p>
          <a:p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Если обнаружены несовпадающие символы, то меньшей считается строка, которой принадлежит меньший из символов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Правила сравнения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2234</TotalTime>
  <Words>256</Words>
  <Application>Microsoft Office PowerPoint</Application>
  <PresentationFormat>Экран (4:3)</PresentationFormat>
  <Paragraphs>66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Тема1</vt:lpstr>
      <vt:lpstr>Символьные строки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пользователь</cp:lastModifiedBy>
  <cp:revision>146</cp:revision>
  <dcterms:created xsi:type="dcterms:W3CDTF">2016-03-13T14:44:57Z</dcterms:created>
  <dcterms:modified xsi:type="dcterms:W3CDTF">2018-11-28T08:40:26Z</dcterms:modified>
</cp:coreProperties>
</file>