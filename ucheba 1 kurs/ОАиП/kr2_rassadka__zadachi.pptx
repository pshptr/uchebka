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0" r:id="rId4"/>
    <p:sldId id="258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7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22.10.2020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22.10.2020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22.10.2020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22.10.2020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22.10.2020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22.10.2020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22.10.2020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22.10.2020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22.10.2020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22.10.2020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22.10.2020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D0433-00F6-459D-A1CF-B27457C02368}" type="datetimeFigureOut">
              <a:rPr lang="ru-RU" smtClean="0"/>
              <a:pPr/>
              <a:t>22.10.2020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4414" y="214290"/>
            <a:ext cx="771530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ФИО					группа</a:t>
            </a:r>
          </a:p>
          <a:p>
            <a:r>
              <a:rPr lang="ru-RU" sz="2800" dirty="0" smtClean="0"/>
              <a:t>Дата</a:t>
            </a:r>
          </a:p>
          <a:p>
            <a:r>
              <a:rPr lang="ru-RU" sz="2800" dirty="0" smtClean="0"/>
              <a:t>Ряд 		место</a:t>
            </a:r>
            <a:r>
              <a:rPr lang="ru-RU" sz="2800" dirty="0"/>
              <a:t>	</a:t>
            </a:r>
            <a:r>
              <a:rPr lang="ru-RU" sz="2800" dirty="0" smtClean="0"/>
              <a:t>		Вариант</a:t>
            </a:r>
          </a:p>
          <a:p>
            <a:endParaRPr lang="ru-RU" sz="2800" dirty="0"/>
          </a:p>
          <a:p>
            <a:r>
              <a:rPr lang="ru-RU" sz="2800" dirty="0" smtClean="0"/>
              <a:t>Условие задачи</a:t>
            </a:r>
          </a:p>
          <a:p>
            <a:endParaRPr lang="ru-RU" sz="2800" dirty="0"/>
          </a:p>
          <a:p>
            <a:endParaRPr lang="ru-RU" sz="2800" dirty="0" smtClean="0"/>
          </a:p>
          <a:p>
            <a:r>
              <a:rPr lang="ru-RU" sz="2800" dirty="0" smtClean="0"/>
              <a:t>Решение</a:t>
            </a:r>
            <a:endParaRPr lang="ru-RU" sz="2800" dirty="0"/>
          </a:p>
          <a:p>
            <a:endParaRPr lang="ru-RU" sz="2800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285720" y="642939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7500958" y="642939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786050" y="6429396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1785918" y="642939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1785918" y="578645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2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52" name="TextBox 51"/>
          <p:cNvSpPr txBox="1"/>
          <p:nvPr/>
        </p:nvSpPr>
        <p:spPr>
          <a:xfrm>
            <a:off x="1785918" y="514351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3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67" name="TextBox 66"/>
          <p:cNvSpPr txBox="1"/>
          <p:nvPr/>
        </p:nvSpPr>
        <p:spPr>
          <a:xfrm>
            <a:off x="1785918" y="450057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4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72" name="TextBox 71"/>
          <p:cNvSpPr txBox="1"/>
          <p:nvPr/>
        </p:nvSpPr>
        <p:spPr>
          <a:xfrm>
            <a:off x="1785918" y="385762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5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1785918" y="321468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6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1785918" y="257174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7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1785918" y="192880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8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1785918" y="128586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9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1785918" y="64291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0ряд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6500826" y="642939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0" name="TextBox 99"/>
          <p:cNvSpPr txBox="1"/>
          <p:nvPr/>
        </p:nvSpPr>
        <p:spPr>
          <a:xfrm>
            <a:off x="6500826" y="578645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2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6500826" y="514351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3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6500826" y="450057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4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6500826" y="385762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5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6500826" y="321468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6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6500826" y="257174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7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6500826" y="192880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8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6500826" y="128586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9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6500826" y="64291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0ряд</a:t>
            </a:r>
            <a:endParaRPr lang="ru-RU" sz="2000" dirty="0"/>
          </a:p>
        </p:txBody>
      </p:sp>
      <p:sp>
        <p:nvSpPr>
          <p:cNvPr id="112" name="TextBox 111"/>
          <p:cNvSpPr txBox="1"/>
          <p:nvPr/>
        </p:nvSpPr>
        <p:spPr>
          <a:xfrm>
            <a:off x="1785918" y="-2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11ряд</a:t>
            </a:r>
            <a:endParaRPr lang="ru-RU" sz="2000" dirty="0"/>
          </a:p>
        </p:txBody>
      </p:sp>
      <p:sp>
        <p:nvSpPr>
          <p:cNvPr id="113" name="TextBox 112"/>
          <p:cNvSpPr txBox="1"/>
          <p:nvPr/>
        </p:nvSpPr>
        <p:spPr>
          <a:xfrm>
            <a:off x="6500826" y="-2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11ряд</a:t>
            </a:r>
            <a:endParaRPr lang="ru-RU" sz="2000" dirty="0"/>
          </a:p>
        </p:txBody>
      </p:sp>
      <p:sp>
        <p:nvSpPr>
          <p:cNvPr id="114" name="Прямоугольник 113"/>
          <p:cNvSpPr/>
          <p:nvPr/>
        </p:nvSpPr>
        <p:spPr>
          <a:xfrm>
            <a:off x="285720" y="578645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15" name="Прямоугольник 114"/>
          <p:cNvSpPr/>
          <p:nvPr/>
        </p:nvSpPr>
        <p:spPr>
          <a:xfrm>
            <a:off x="7500958" y="578645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16" name="Прямоугольник 115"/>
          <p:cNvSpPr/>
          <p:nvPr/>
        </p:nvSpPr>
        <p:spPr>
          <a:xfrm>
            <a:off x="2786050" y="578645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17" name="Прямоугольник 116"/>
          <p:cNvSpPr/>
          <p:nvPr/>
        </p:nvSpPr>
        <p:spPr>
          <a:xfrm>
            <a:off x="285720" y="514351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18" name="Прямоугольник 117"/>
          <p:cNvSpPr/>
          <p:nvPr/>
        </p:nvSpPr>
        <p:spPr>
          <a:xfrm>
            <a:off x="7500958" y="514351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19" name="Прямоугольник 118"/>
          <p:cNvSpPr/>
          <p:nvPr/>
        </p:nvSpPr>
        <p:spPr>
          <a:xfrm>
            <a:off x="2786050" y="5143512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20" name="Прямоугольник 119"/>
          <p:cNvSpPr/>
          <p:nvPr/>
        </p:nvSpPr>
        <p:spPr>
          <a:xfrm>
            <a:off x="285720" y="450057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21" name="Прямоугольник 120"/>
          <p:cNvSpPr/>
          <p:nvPr/>
        </p:nvSpPr>
        <p:spPr>
          <a:xfrm>
            <a:off x="7500958" y="450057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22" name="Прямоугольник 121"/>
          <p:cNvSpPr/>
          <p:nvPr/>
        </p:nvSpPr>
        <p:spPr>
          <a:xfrm>
            <a:off x="2786050" y="4500570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23" name="Прямоугольник 122"/>
          <p:cNvSpPr/>
          <p:nvPr/>
        </p:nvSpPr>
        <p:spPr>
          <a:xfrm>
            <a:off x="285720" y="385762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24" name="Прямоугольник 123"/>
          <p:cNvSpPr/>
          <p:nvPr/>
        </p:nvSpPr>
        <p:spPr>
          <a:xfrm>
            <a:off x="7500958" y="385762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25" name="Прямоугольник 124"/>
          <p:cNvSpPr/>
          <p:nvPr/>
        </p:nvSpPr>
        <p:spPr>
          <a:xfrm>
            <a:off x="2786050" y="3857628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26" name="Прямоугольник 125"/>
          <p:cNvSpPr/>
          <p:nvPr/>
        </p:nvSpPr>
        <p:spPr>
          <a:xfrm>
            <a:off x="285720" y="321468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27" name="Прямоугольник 126"/>
          <p:cNvSpPr/>
          <p:nvPr/>
        </p:nvSpPr>
        <p:spPr>
          <a:xfrm>
            <a:off x="7500958" y="321468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28" name="Прямоугольник 127"/>
          <p:cNvSpPr/>
          <p:nvPr/>
        </p:nvSpPr>
        <p:spPr>
          <a:xfrm>
            <a:off x="2786050" y="3214686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29" name="Прямоугольник 128"/>
          <p:cNvSpPr/>
          <p:nvPr/>
        </p:nvSpPr>
        <p:spPr>
          <a:xfrm>
            <a:off x="285720" y="257174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30" name="Прямоугольник 129"/>
          <p:cNvSpPr/>
          <p:nvPr/>
        </p:nvSpPr>
        <p:spPr>
          <a:xfrm>
            <a:off x="7500958" y="257174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31" name="Прямоугольник 130"/>
          <p:cNvSpPr/>
          <p:nvPr/>
        </p:nvSpPr>
        <p:spPr>
          <a:xfrm>
            <a:off x="2786050" y="257174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32" name="Прямоугольник 131"/>
          <p:cNvSpPr/>
          <p:nvPr/>
        </p:nvSpPr>
        <p:spPr>
          <a:xfrm>
            <a:off x="285720" y="192880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33" name="Прямоугольник 132"/>
          <p:cNvSpPr/>
          <p:nvPr/>
        </p:nvSpPr>
        <p:spPr>
          <a:xfrm>
            <a:off x="7500958" y="192880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34" name="Прямоугольник 133"/>
          <p:cNvSpPr/>
          <p:nvPr/>
        </p:nvSpPr>
        <p:spPr>
          <a:xfrm>
            <a:off x="2786050" y="1928802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35" name="Прямоугольник 134"/>
          <p:cNvSpPr/>
          <p:nvPr/>
        </p:nvSpPr>
        <p:spPr>
          <a:xfrm>
            <a:off x="285720" y="128586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36" name="Прямоугольник 135"/>
          <p:cNvSpPr/>
          <p:nvPr/>
        </p:nvSpPr>
        <p:spPr>
          <a:xfrm>
            <a:off x="7500958" y="128586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37" name="Прямоугольник 136"/>
          <p:cNvSpPr/>
          <p:nvPr/>
        </p:nvSpPr>
        <p:spPr>
          <a:xfrm>
            <a:off x="2786050" y="1285860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38" name="Прямоугольник 137"/>
          <p:cNvSpPr/>
          <p:nvPr/>
        </p:nvSpPr>
        <p:spPr>
          <a:xfrm>
            <a:off x="285720" y="64291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39" name="Прямоугольник 138"/>
          <p:cNvSpPr/>
          <p:nvPr/>
        </p:nvSpPr>
        <p:spPr>
          <a:xfrm>
            <a:off x="7500958" y="64291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40" name="Прямоугольник 139"/>
          <p:cNvSpPr/>
          <p:nvPr/>
        </p:nvSpPr>
        <p:spPr>
          <a:xfrm>
            <a:off x="2786050" y="642918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141" name="Прямоугольник 140"/>
          <p:cNvSpPr/>
          <p:nvPr/>
        </p:nvSpPr>
        <p:spPr>
          <a:xfrm>
            <a:off x="285720" y="-2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/>
              <a:t>2</a:t>
            </a:r>
          </a:p>
        </p:txBody>
      </p:sp>
      <p:sp>
        <p:nvSpPr>
          <p:cNvPr id="142" name="Прямоугольник 141"/>
          <p:cNvSpPr/>
          <p:nvPr/>
        </p:nvSpPr>
        <p:spPr>
          <a:xfrm>
            <a:off x="7500958" y="-2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r>
              <a:rPr lang="en-US" dirty="0" smtClean="0"/>
              <a:t>	</a:t>
            </a:r>
            <a:r>
              <a:rPr lang="ru-RU" dirty="0"/>
              <a:t>8</a:t>
            </a:r>
          </a:p>
        </p:txBody>
      </p:sp>
      <p:sp>
        <p:nvSpPr>
          <p:cNvPr id="143" name="Прямоугольник 142"/>
          <p:cNvSpPr/>
          <p:nvPr/>
        </p:nvSpPr>
        <p:spPr>
          <a:xfrm>
            <a:off x="2786050" y="-2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3</a:t>
            </a:r>
            <a:r>
              <a:rPr lang="en-US" dirty="0" smtClean="0"/>
              <a:t> 	</a:t>
            </a:r>
            <a:r>
              <a:rPr lang="ru-RU" dirty="0"/>
              <a:t>4</a:t>
            </a:r>
            <a:r>
              <a:rPr lang="en-US" dirty="0" smtClean="0"/>
              <a:t> 	</a:t>
            </a:r>
            <a:r>
              <a:rPr lang="ru-RU" dirty="0"/>
              <a:t>5</a:t>
            </a:r>
            <a:r>
              <a:rPr lang="en-US" dirty="0" smtClean="0"/>
              <a:t>	</a:t>
            </a:r>
            <a:r>
              <a:rPr lang="ru-RU" dirty="0"/>
              <a:t>6</a:t>
            </a:r>
            <a:r>
              <a:rPr lang="en-US" dirty="0" smtClean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285720" y="642939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	2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7500958" y="642939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	4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786050" y="6429396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 	4 	1 	2 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1785918" y="642939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285720" y="578645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	4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7500958" y="578645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dirty="0" smtClean="0"/>
              <a:t>	2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2786050" y="578645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	2 	</a:t>
            </a:r>
            <a:r>
              <a:rPr lang="ru-RU" dirty="0" smtClean="0"/>
              <a:t>3</a:t>
            </a:r>
            <a:r>
              <a:rPr lang="en-US" dirty="0" smtClean="0"/>
              <a:t> 	4 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1785918" y="578645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2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52" name="TextBox 51"/>
          <p:cNvSpPr txBox="1"/>
          <p:nvPr/>
        </p:nvSpPr>
        <p:spPr>
          <a:xfrm>
            <a:off x="1785918" y="514351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3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67" name="TextBox 66"/>
          <p:cNvSpPr txBox="1"/>
          <p:nvPr/>
        </p:nvSpPr>
        <p:spPr>
          <a:xfrm>
            <a:off x="1785918" y="450057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4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72" name="TextBox 71"/>
          <p:cNvSpPr txBox="1"/>
          <p:nvPr/>
        </p:nvSpPr>
        <p:spPr>
          <a:xfrm>
            <a:off x="1785918" y="385762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5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1785918" y="321468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6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1785918" y="257174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7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1785918" y="192880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8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1785918" y="128586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9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1785918" y="64291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0ряд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6500826" y="642939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0" name="TextBox 99"/>
          <p:cNvSpPr txBox="1"/>
          <p:nvPr/>
        </p:nvSpPr>
        <p:spPr>
          <a:xfrm>
            <a:off x="6500826" y="578645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2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6500826" y="514351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3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6500826" y="450057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4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6500826" y="385762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5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6500826" y="321468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6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6500826" y="257174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7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6500826" y="192880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8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6500826" y="128586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9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6500826" y="64291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0ряд</a:t>
            </a:r>
            <a:endParaRPr lang="ru-RU" sz="2000" dirty="0"/>
          </a:p>
        </p:txBody>
      </p:sp>
      <p:sp>
        <p:nvSpPr>
          <p:cNvPr id="112" name="TextBox 111"/>
          <p:cNvSpPr txBox="1"/>
          <p:nvPr/>
        </p:nvSpPr>
        <p:spPr>
          <a:xfrm>
            <a:off x="1785918" y="-2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11ряд</a:t>
            </a:r>
            <a:endParaRPr lang="ru-RU" sz="2000" dirty="0"/>
          </a:p>
        </p:txBody>
      </p:sp>
      <p:sp>
        <p:nvSpPr>
          <p:cNvPr id="113" name="TextBox 112"/>
          <p:cNvSpPr txBox="1"/>
          <p:nvPr/>
        </p:nvSpPr>
        <p:spPr>
          <a:xfrm>
            <a:off x="6500826" y="-2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11ряд</a:t>
            </a:r>
            <a:endParaRPr lang="ru-RU" sz="2000" dirty="0"/>
          </a:p>
        </p:txBody>
      </p:sp>
      <p:sp>
        <p:nvSpPr>
          <p:cNvPr id="57" name="Прямоугольник 56"/>
          <p:cNvSpPr/>
          <p:nvPr/>
        </p:nvSpPr>
        <p:spPr>
          <a:xfrm>
            <a:off x="285720" y="514351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	2</a:t>
            </a:r>
            <a:endParaRPr lang="ru-RU" dirty="0"/>
          </a:p>
        </p:txBody>
      </p:sp>
      <p:sp>
        <p:nvSpPr>
          <p:cNvPr id="58" name="Прямоугольник 57"/>
          <p:cNvSpPr/>
          <p:nvPr/>
        </p:nvSpPr>
        <p:spPr>
          <a:xfrm>
            <a:off x="285720" y="450057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	4</a:t>
            </a:r>
            <a:endParaRPr lang="ru-RU" dirty="0"/>
          </a:p>
        </p:txBody>
      </p:sp>
      <p:sp>
        <p:nvSpPr>
          <p:cNvPr id="59" name="Прямоугольник 58"/>
          <p:cNvSpPr/>
          <p:nvPr/>
        </p:nvSpPr>
        <p:spPr>
          <a:xfrm>
            <a:off x="285720" y="385762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	2</a:t>
            </a:r>
            <a:endParaRPr lang="ru-RU" dirty="0"/>
          </a:p>
        </p:txBody>
      </p:sp>
      <p:sp>
        <p:nvSpPr>
          <p:cNvPr id="60" name="Прямоугольник 59"/>
          <p:cNvSpPr/>
          <p:nvPr/>
        </p:nvSpPr>
        <p:spPr>
          <a:xfrm>
            <a:off x="285720" y="321468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	4</a:t>
            </a:r>
            <a:endParaRPr lang="ru-RU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285720" y="257174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	2</a:t>
            </a:r>
            <a:endParaRPr lang="ru-RU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285720" y="192880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	4</a:t>
            </a:r>
            <a:endParaRPr lang="ru-RU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285720" y="128586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	2</a:t>
            </a:r>
            <a:endParaRPr lang="ru-RU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285720" y="64291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	4</a:t>
            </a:r>
            <a:endParaRPr lang="ru-RU" dirty="0"/>
          </a:p>
        </p:txBody>
      </p:sp>
      <p:sp>
        <p:nvSpPr>
          <p:cNvPr id="73" name="Прямоугольник 72"/>
          <p:cNvSpPr/>
          <p:nvPr/>
        </p:nvSpPr>
        <p:spPr>
          <a:xfrm>
            <a:off x="285720" y="-2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	2</a:t>
            </a:r>
            <a:endParaRPr lang="ru-RU" dirty="0"/>
          </a:p>
        </p:txBody>
      </p:sp>
      <p:sp>
        <p:nvSpPr>
          <p:cNvPr id="83" name="Прямоугольник 82"/>
          <p:cNvSpPr/>
          <p:nvPr/>
        </p:nvSpPr>
        <p:spPr>
          <a:xfrm>
            <a:off x="7500958" y="514351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	4</a:t>
            </a:r>
            <a:endParaRPr lang="ru-RU" dirty="0"/>
          </a:p>
        </p:txBody>
      </p:sp>
      <p:sp>
        <p:nvSpPr>
          <p:cNvPr id="88" name="Прямоугольник 87"/>
          <p:cNvSpPr/>
          <p:nvPr/>
        </p:nvSpPr>
        <p:spPr>
          <a:xfrm>
            <a:off x="2786050" y="5143512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 	4 	1 	2 </a:t>
            </a:r>
            <a:endParaRPr lang="ru-RU" dirty="0"/>
          </a:p>
        </p:txBody>
      </p:sp>
      <p:sp>
        <p:nvSpPr>
          <p:cNvPr id="93" name="Прямоугольник 92"/>
          <p:cNvSpPr/>
          <p:nvPr/>
        </p:nvSpPr>
        <p:spPr>
          <a:xfrm>
            <a:off x="7500958" y="450057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dirty="0" smtClean="0"/>
              <a:t>	2</a:t>
            </a:r>
            <a:endParaRPr lang="ru-RU" dirty="0"/>
          </a:p>
        </p:txBody>
      </p:sp>
      <p:sp>
        <p:nvSpPr>
          <p:cNvPr id="98" name="Прямоугольник 97"/>
          <p:cNvSpPr/>
          <p:nvPr/>
        </p:nvSpPr>
        <p:spPr>
          <a:xfrm>
            <a:off x="2786050" y="4500570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	2 	</a:t>
            </a:r>
            <a:r>
              <a:rPr lang="ru-RU" dirty="0" smtClean="0"/>
              <a:t>3</a:t>
            </a:r>
            <a:r>
              <a:rPr lang="en-US" dirty="0" smtClean="0"/>
              <a:t> 	4 </a:t>
            </a:r>
            <a:endParaRPr lang="ru-RU" dirty="0"/>
          </a:p>
        </p:txBody>
      </p:sp>
      <p:sp>
        <p:nvSpPr>
          <p:cNvPr id="114" name="Прямоугольник 113"/>
          <p:cNvSpPr/>
          <p:nvPr/>
        </p:nvSpPr>
        <p:spPr>
          <a:xfrm>
            <a:off x="7500958" y="385762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	4</a:t>
            </a:r>
            <a:endParaRPr lang="ru-RU" dirty="0"/>
          </a:p>
        </p:txBody>
      </p:sp>
      <p:sp>
        <p:nvSpPr>
          <p:cNvPr id="115" name="Прямоугольник 114"/>
          <p:cNvSpPr/>
          <p:nvPr/>
        </p:nvSpPr>
        <p:spPr>
          <a:xfrm>
            <a:off x="2786050" y="3857628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 	4 	1 	2 </a:t>
            </a:r>
            <a:endParaRPr lang="ru-RU" dirty="0"/>
          </a:p>
        </p:txBody>
      </p:sp>
      <p:sp>
        <p:nvSpPr>
          <p:cNvPr id="116" name="Прямоугольник 115"/>
          <p:cNvSpPr/>
          <p:nvPr/>
        </p:nvSpPr>
        <p:spPr>
          <a:xfrm>
            <a:off x="7500958" y="3214686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dirty="0" smtClean="0"/>
              <a:t>	2</a:t>
            </a:r>
            <a:endParaRPr lang="ru-RU" dirty="0"/>
          </a:p>
        </p:txBody>
      </p:sp>
      <p:sp>
        <p:nvSpPr>
          <p:cNvPr id="117" name="Прямоугольник 116"/>
          <p:cNvSpPr/>
          <p:nvPr/>
        </p:nvSpPr>
        <p:spPr>
          <a:xfrm>
            <a:off x="2786050" y="3214686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	2 	</a:t>
            </a:r>
            <a:r>
              <a:rPr lang="ru-RU" dirty="0" smtClean="0"/>
              <a:t>3</a:t>
            </a:r>
            <a:r>
              <a:rPr lang="en-US" dirty="0" smtClean="0"/>
              <a:t> 	4 </a:t>
            </a:r>
            <a:endParaRPr lang="ru-RU" dirty="0"/>
          </a:p>
        </p:txBody>
      </p:sp>
      <p:sp>
        <p:nvSpPr>
          <p:cNvPr id="118" name="Прямоугольник 117"/>
          <p:cNvSpPr/>
          <p:nvPr/>
        </p:nvSpPr>
        <p:spPr>
          <a:xfrm>
            <a:off x="7500958" y="257174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	4</a:t>
            </a:r>
            <a:endParaRPr lang="ru-RU" dirty="0"/>
          </a:p>
        </p:txBody>
      </p:sp>
      <p:sp>
        <p:nvSpPr>
          <p:cNvPr id="119" name="Прямоугольник 118"/>
          <p:cNvSpPr/>
          <p:nvPr/>
        </p:nvSpPr>
        <p:spPr>
          <a:xfrm>
            <a:off x="2786050" y="257174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 	4 	1 	2 </a:t>
            </a:r>
            <a:endParaRPr lang="ru-RU" dirty="0"/>
          </a:p>
        </p:txBody>
      </p:sp>
      <p:sp>
        <p:nvSpPr>
          <p:cNvPr id="120" name="Прямоугольник 119"/>
          <p:cNvSpPr/>
          <p:nvPr/>
        </p:nvSpPr>
        <p:spPr>
          <a:xfrm>
            <a:off x="7500958" y="1928802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dirty="0" smtClean="0"/>
              <a:t>	2</a:t>
            </a:r>
            <a:endParaRPr lang="ru-RU" dirty="0"/>
          </a:p>
        </p:txBody>
      </p:sp>
      <p:sp>
        <p:nvSpPr>
          <p:cNvPr id="121" name="Прямоугольник 120"/>
          <p:cNvSpPr/>
          <p:nvPr/>
        </p:nvSpPr>
        <p:spPr>
          <a:xfrm>
            <a:off x="2786050" y="1928802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	2 	</a:t>
            </a:r>
            <a:r>
              <a:rPr lang="ru-RU" dirty="0" smtClean="0"/>
              <a:t>3</a:t>
            </a:r>
            <a:r>
              <a:rPr lang="en-US" dirty="0" smtClean="0"/>
              <a:t> 	4 </a:t>
            </a:r>
            <a:endParaRPr lang="ru-RU" dirty="0"/>
          </a:p>
        </p:txBody>
      </p:sp>
      <p:sp>
        <p:nvSpPr>
          <p:cNvPr id="122" name="Прямоугольник 121"/>
          <p:cNvSpPr/>
          <p:nvPr/>
        </p:nvSpPr>
        <p:spPr>
          <a:xfrm>
            <a:off x="7500958" y="1285860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	4</a:t>
            </a:r>
            <a:endParaRPr lang="ru-RU" dirty="0"/>
          </a:p>
        </p:txBody>
      </p:sp>
      <p:sp>
        <p:nvSpPr>
          <p:cNvPr id="123" name="Прямоугольник 122"/>
          <p:cNvSpPr/>
          <p:nvPr/>
        </p:nvSpPr>
        <p:spPr>
          <a:xfrm>
            <a:off x="2786050" y="1285860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 	4 	1 	2 </a:t>
            </a:r>
            <a:endParaRPr lang="ru-RU" dirty="0"/>
          </a:p>
        </p:txBody>
      </p:sp>
      <p:sp>
        <p:nvSpPr>
          <p:cNvPr id="124" name="Прямоугольник 123"/>
          <p:cNvSpPr/>
          <p:nvPr/>
        </p:nvSpPr>
        <p:spPr>
          <a:xfrm>
            <a:off x="7500958" y="642918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dirty="0" smtClean="0"/>
              <a:t>	2</a:t>
            </a:r>
            <a:endParaRPr lang="ru-RU" dirty="0"/>
          </a:p>
        </p:txBody>
      </p:sp>
      <p:sp>
        <p:nvSpPr>
          <p:cNvPr id="125" name="Прямоугольник 124"/>
          <p:cNvSpPr/>
          <p:nvPr/>
        </p:nvSpPr>
        <p:spPr>
          <a:xfrm>
            <a:off x="2786050" y="642918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	2 	</a:t>
            </a:r>
            <a:r>
              <a:rPr lang="ru-RU" dirty="0" smtClean="0"/>
              <a:t>3</a:t>
            </a:r>
            <a:r>
              <a:rPr lang="en-US" dirty="0" smtClean="0"/>
              <a:t> 	4 </a:t>
            </a:r>
            <a:endParaRPr lang="ru-RU" dirty="0"/>
          </a:p>
        </p:txBody>
      </p:sp>
      <p:sp>
        <p:nvSpPr>
          <p:cNvPr id="126" name="Прямоугольник 125"/>
          <p:cNvSpPr/>
          <p:nvPr/>
        </p:nvSpPr>
        <p:spPr>
          <a:xfrm>
            <a:off x="7500958" y="-24"/>
            <a:ext cx="1357322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	4</a:t>
            </a:r>
            <a:endParaRPr lang="ru-RU" dirty="0"/>
          </a:p>
        </p:txBody>
      </p:sp>
      <p:sp>
        <p:nvSpPr>
          <p:cNvPr id="127" name="Прямоугольник 126"/>
          <p:cNvSpPr/>
          <p:nvPr/>
        </p:nvSpPr>
        <p:spPr>
          <a:xfrm>
            <a:off x="2786050" y="-24"/>
            <a:ext cx="3571900" cy="428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 	4 	1 	2 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4348" y="0"/>
            <a:ext cx="8001056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1 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функцию для удаления в матрице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NxM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столбца с максимальным количеством нулевых элементов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2 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функцию для добавления нулевой строки в матрицу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NxM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после строки со всеми отрицательными элементами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3 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функцию для удаления в матрице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NxM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строки с минимальной суммой нечетных элементов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4 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Написать функцию для добавления нулевого столбца в матрицу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NxM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после столбца со всеми четными элементами 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215</Words>
  <Application>Microsoft Office PowerPoint</Application>
  <PresentationFormat>Экран (4:3)</PresentationFormat>
  <Paragraphs>137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Слайд 1</vt:lpstr>
      <vt:lpstr>Слайд 2</vt:lpstr>
      <vt:lpstr>Слайд 3</vt:lpstr>
      <vt:lpstr>Слайд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Alya</dc:creator>
  <cp:lastModifiedBy>пользователь</cp:lastModifiedBy>
  <cp:revision>13</cp:revision>
  <dcterms:created xsi:type="dcterms:W3CDTF">2018-09-27T16:30:48Z</dcterms:created>
  <dcterms:modified xsi:type="dcterms:W3CDTF">2020-10-22T06:37:51Z</dcterms:modified>
</cp:coreProperties>
</file>